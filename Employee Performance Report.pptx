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2"/>
    <p:sldId id="281" r:id="rId3"/>
    <p:sldId id="283" r:id="rId4"/>
    <p:sldId id="259" r:id="rId5"/>
    <p:sldId id="263" r:id="rId6"/>
    <p:sldId id="280" r:id="rId7"/>
    <p:sldId id="260" r:id="rId8"/>
    <p:sldId id="284" r:id="rId9"/>
    <p:sldId id="261" r:id="rId10"/>
    <p:sldId id="262" r:id="rId11"/>
    <p:sldId id="265" r:id="rId12"/>
    <p:sldId id="266" r:id="rId13"/>
    <p:sldId id="267" r:id="rId14"/>
    <p:sldId id="268" r:id="rId15"/>
    <p:sldId id="285" r:id="rId16"/>
    <p:sldId id="286" r:id="rId17"/>
    <p:sldId id="288" r:id="rId18"/>
    <p:sldId id="271" r:id="rId19"/>
    <p:sldId id="289" r:id="rId20"/>
    <p:sldId id="272" r:id="rId21"/>
    <p:sldId id="273" r:id="rId22"/>
    <p:sldId id="276" r:id="rId23"/>
    <p:sldId id="290" r:id="rId24"/>
    <p:sldId id="277" r:id="rId25"/>
    <p:sldId id="292" r:id="rId26"/>
    <p:sldId id="291" r:id="rId27"/>
    <p:sldId id="278" r:id="rId28"/>
    <p:sldId id="293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4E064-0647-4544-83DA-326AF343B32D}" v="10" dt="2023-11-08T03:15:41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pala, Sanjay" userId="54054af8-e106-4d4d-92f1-f53e9e24fee9" providerId="ADAL" clId="{5B34E064-0647-4544-83DA-326AF343B32D}"/>
    <pc:docChg chg="undo redo custSel delSld modSld">
      <pc:chgData name="Uppala, Sanjay" userId="54054af8-e106-4d4d-92f1-f53e9e24fee9" providerId="ADAL" clId="{5B34E064-0647-4544-83DA-326AF343B32D}" dt="2023-11-08T03:18:14.397" v="135" actId="22"/>
      <pc:docMkLst>
        <pc:docMk/>
      </pc:docMkLst>
      <pc:sldChg chg="del">
        <pc:chgData name="Uppala, Sanjay" userId="54054af8-e106-4d4d-92f1-f53e9e24fee9" providerId="ADAL" clId="{5B34E064-0647-4544-83DA-326AF343B32D}" dt="2023-11-08T02:53:30.560" v="65" actId="2696"/>
        <pc:sldMkLst>
          <pc:docMk/>
          <pc:sldMk cId="2137222038" sldId="257"/>
        </pc:sldMkLst>
      </pc:sldChg>
      <pc:sldChg chg="modSp mod">
        <pc:chgData name="Uppala, Sanjay" userId="54054af8-e106-4d4d-92f1-f53e9e24fee9" providerId="ADAL" clId="{5B34E064-0647-4544-83DA-326AF343B32D}" dt="2023-11-08T02:55:12.339" v="83" actId="20577"/>
        <pc:sldMkLst>
          <pc:docMk/>
          <pc:sldMk cId="2735190231" sldId="259"/>
        </pc:sldMkLst>
        <pc:spChg chg="mod">
          <ac:chgData name="Uppala, Sanjay" userId="54054af8-e106-4d4d-92f1-f53e9e24fee9" providerId="ADAL" clId="{5B34E064-0647-4544-83DA-326AF343B32D}" dt="2023-11-08T02:55:12.339" v="83" actId="20577"/>
          <ac:spMkLst>
            <pc:docMk/>
            <pc:sldMk cId="2735190231" sldId="259"/>
            <ac:spMk id="3" creationId="{A019F91F-D3F3-FB52-7131-261BF1887C97}"/>
          </ac:spMkLst>
        </pc:spChg>
      </pc:sldChg>
      <pc:sldChg chg="addSp delSp modSp mod">
        <pc:chgData name="Uppala, Sanjay" userId="54054af8-e106-4d4d-92f1-f53e9e24fee9" providerId="ADAL" clId="{5B34E064-0647-4544-83DA-326AF343B32D}" dt="2023-11-08T03:15:42.776" v="131" actId="962"/>
        <pc:sldMkLst>
          <pc:docMk/>
          <pc:sldMk cId="858182929" sldId="263"/>
        </pc:sldMkLst>
        <pc:spChg chg="add del mod">
          <ac:chgData name="Uppala, Sanjay" userId="54054af8-e106-4d4d-92f1-f53e9e24fee9" providerId="ADAL" clId="{5B34E064-0647-4544-83DA-326AF343B32D}" dt="2023-11-08T03:14:05.537" v="123" actId="931"/>
          <ac:spMkLst>
            <pc:docMk/>
            <pc:sldMk cId="858182929" sldId="263"/>
            <ac:spMk id="4" creationId="{9F632FD7-E705-4554-52D4-CEBC1B6DCDBD}"/>
          </ac:spMkLst>
        </pc:spChg>
        <pc:spChg chg="add del">
          <ac:chgData name="Uppala, Sanjay" userId="54054af8-e106-4d4d-92f1-f53e9e24fee9" providerId="ADAL" clId="{5B34E064-0647-4544-83DA-326AF343B32D}" dt="2023-11-08T03:13:56.642" v="122"/>
          <ac:spMkLst>
            <pc:docMk/>
            <pc:sldMk cId="858182929" sldId="263"/>
            <ac:spMk id="7" creationId="{683DBE4D-CDCC-81FF-51A5-2BEC9CB9D78D}"/>
          </ac:spMkLst>
        </pc:spChg>
        <pc:spChg chg="add del mod">
          <ac:chgData name="Uppala, Sanjay" userId="54054af8-e106-4d4d-92f1-f53e9e24fee9" providerId="ADAL" clId="{5B34E064-0647-4544-83DA-326AF343B32D}" dt="2023-11-08T03:15:41.981" v="129" actId="931"/>
          <ac:spMkLst>
            <pc:docMk/>
            <pc:sldMk cId="858182929" sldId="263"/>
            <ac:spMk id="11" creationId="{F6CB2548-4FE8-8108-9F48-072146303DBE}"/>
          </ac:spMkLst>
        </pc:spChg>
        <pc:picChg chg="del">
          <ac:chgData name="Uppala, Sanjay" userId="54054af8-e106-4d4d-92f1-f53e9e24fee9" providerId="ADAL" clId="{5B34E064-0647-4544-83DA-326AF343B32D}" dt="2023-11-08T03:13:53.333" v="120" actId="478"/>
          <ac:picMkLst>
            <pc:docMk/>
            <pc:sldMk cId="858182929" sldId="263"/>
            <ac:picMk id="5" creationId="{1F86CEF8-5653-6161-E7E4-778DCCEF3DCB}"/>
          </ac:picMkLst>
        </pc:picChg>
        <pc:picChg chg="add del mod">
          <ac:chgData name="Uppala, Sanjay" userId="54054af8-e106-4d4d-92f1-f53e9e24fee9" providerId="ADAL" clId="{5B34E064-0647-4544-83DA-326AF343B32D}" dt="2023-11-08T03:15:33.047" v="128" actId="478"/>
          <ac:picMkLst>
            <pc:docMk/>
            <pc:sldMk cId="858182929" sldId="263"/>
            <ac:picMk id="9" creationId="{A66C149F-94E5-338D-2E4E-78286D222501}"/>
          </ac:picMkLst>
        </pc:picChg>
        <pc:picChg chg="add mod">
          <ac:chgData name="Uppala, Sanjay" userId="54054af8-e106-4d4d-92f1-f53e9e24fee9" providerId="ADAL" clId="{5B34E064-0647-4544-83DA-326AF343B32D}" dt="2023-11-08T03:15:42.776" v="131" actId="962"/>
          <ac:picMkLst>
            <pc:docMk/>
            <pc:sldMk cId="858182929" sldId="263"/>
            <ac:picMk id="13" creationId="{B20D326D-9ECA-B921-6656-7686F8537EFE}"/>
          </ac:picMkLst>
        </pc:picChg>
      </pc:sldChg>
      <pc:sldChg chg="addSp delSp modSp mod">
        <pc:chgData name="Uppala, Sanjay" userId="54054af8-e106-4d4d-92f1-f53e9e24fee9" providerId="ADAL" clId="{5B34E064-0647-4544-83DA-326AF343B32D}" dt="2023-11-08T03:09:06.752" v="119" actId="14100"/>
        <pc:sldMkLst>
          <pc:docMk/>
          <pc:sldMk cId="4217227946" sldId="265"/>
        </pc:sldMkLst>
        <pc:spChg chg="add del">
          <ac:chgData name="Uppala, Sanjay" userId="54054af8-e106-4d4d-92f1-f53e9e24fee9" providerId="ADAL" clId="{5B34E064-0647-4544-83DA-326AF343B32D}" dt="2023-11-08T03:06:59.294" v="107"/>
          <ac:spMkLst>
            <pc:docMk/>
            <pc:sldMk cId="4217227946" sldId="265"/>
            <ac:spMk id="2" creationId="{5A280D9E-E3B5-A49C-3FD0-DE2790FCFE32}"/>
          </ac:spMkLst>
        </pc:spChg>
        <pc:picChg chg="del">
          <ac:chgData name="Uppala, Sanjay" userId="54054af8-e106-4d4d-92f1-f53e9e24fee9" providerId="ADAL" clId="{5B34E064-0647-4544-83DA-326AF343B32D}" dt="2023-11-08T03:06:57.003" v="105" actId="478"/>
          <ac:picMkLst>
            <pc:docMk/>
            <pc:sldMk cId="4217227946" sldId="265"/>
            <ac:picMk id="4" creationId="{D191CFAD-5067-867F-814B-18A0734C0DAA}"/>
          </ac:picMkLst>
        </pc:picChg>
        <pc:picChg chg="add del mod">
          <ac:chgData name="Uppala, Sanjay" userId="54054af8-e106-4d4d-92f1-f53e9e24fee9" providerId="ADAL" clId="{5B34E064-0647-4544-83DA-326AF343B32D}" dt="2023-11-08T03:08:53.547" v="114" actId="478"/>
          <ac:picMkLst>
            <pc:docMk/>
            <pc:sldMk cId="4217227946" sldId="265"/>
            <ac:picMk id="6" creationId="{BBB91B41-6A8B-66DC-494D-781270305F99}"/>
          </ac:picMkLst>
        </pc:picChg>
        <pc:picChg chg="add mod">
          <ac:chgData name="Uppala, Sanjay" userId="54054af8-e106-4d4d-92f1-f53e9e24fee9" providerId="ADAL" clId="{5B34E064-0647-4544-83DA-326AF343B32D}" dt="2023-11-08T03:09:06.752" v="119" actId="14100"/>
          <ac:picMkLst>
            <pc:docMk/>
            <pc:sldMk cId="4217227946" sldId="265"/>
            <ac:picMk id="8" creationId="{6CBBCA65-1806-E908-1E85-C278375273C2}"/>
          </ac:picMkLst>
        </pc:picChg>
      </pc:sldChg>
      <pc:sldChg chg="del">
        <pc:chgData name="Uppala, Sanjay" userId="54054af8-e106-4d4d-92f1-f53e9e24fee9" providerId="ADAL" clId="{5B34E064-0647-4544-83DA-326AF343B32D}" dt="2023-11-08T02:58:18.702" v="104" actId="2696"/>
        <pc:sldMkLst>
          <pc:docMk/>
          <pc:sldMk cId="1672949277" sldId="270"/>
        </pc:sldMkLst>
      </pc:sldChg>
      <pc:sldChg chg="modSp mod">
        <pc:chgData name="Uppala, Sanjay" userId="54054af8-e106-4d4d-92f1-f53e9e24fee9" providerId="ADAL" clId="{5B34E064-0647-4544-83DA-326AF343B32D}" dt="2023-11-08T02:50:24.196" v="9" actId="1076"/>
        <pc:sldMkLst>
          <pc:docMk/>
          <pc:sldMk cId="2024067362" sldId="278"/>
        </pc:sldMkLst>
        <pc:spChg chg="mod">
          <ac:chgData name="Uppala, Sanjay" userId="54054af8-e106-4d4d-92f1-f53e9e24fee9" providerId="ADAL" clId="{5B34E064-0647-4544-83DA-326AF343B32D}" dt="2023-11-08T02:50:24.196" v="9" actId="1076"/>
          <ac:spMkLst>
            <pc:docMk/>
            <pc:sldMk cId="2024067362" sldId="278"/>
            <ac:spMk id="2" creationId="{9B7C0729-57F8-0AB4-8FCF-80C4CD71F5D7}"/>
          </ac:spMkLst>
        </pc:spChg>
      </pc:sldChg>
      <pc:sldChg chg="modSp mod">
        <pc:chgData name="Uppala, Sanjay" userId="54054af8-e106-4d4d-92f1-f53e9e24fee9" providerId="ADAL" clId="{5B34E064-0647-4544-83DA-326AF343B32D}" dt="2023-11-08T02:54:19.845" v="80" actId="5793"/>
        <pc:sldMkLst>
          <pc:docMk/>
          <pc:sldMk cId="165516375" sldId="281"/>
        </pc:sldMkLst>
        <pc:spChg chg="mod">
          <ac:chgData name="Uppala, Sanjay" userId="54054af8-e106-4d4d-92f1-f53e9e24fee9" providerId="ADAL" clId="{5B34E064-0647-4544-83DA-326AF343B32D}" dt="2023-11-08T02:50:48.540" v="10" actId="207"/>
          <ac:spMkLst>
            <pc:docMk/>
            <pc:sldMk cId="165516375" sldId="281"/>
            <ac:spMk id="2" creationId="{9AD4704D-C39B-EED9-A137-177C2202481E}"/>
          </ac:spMkLst>
        </pc:spChg>
        <pc:spChg chg="mod">
          <ac:chgData name="Uppala, Sanjay" userId="54054af8-e106-4d4d-92f1-f53e9e24fee9" providerId="ADAL" clId="{5B34E064-0647-4544-83DA-326AF343B32D}" dt="2023-11-08T02:54:19.845" v="80" actId="5793"/>
          <ac:spMkLst>
            <pc:docMk/>
            <pc:sldMk cId="165516375" sldId="281"/>
            <ac:spMk id="3" creationId="{1BB2F009-E825-73DD-BD58-F6EB19DD2DB0}"/>
          </ac:spMkLst>
        </pc:spChg>
      </pc:sldChg>
      <pc:sldChg chg="addSp delSp modSp mod">
        <pc:chgData name="Uppala, Sanjay" userId="54054af8-e106-4d4d-92f1-f53e9e24fee9" providerId="ADAL" clId="{5B34E064-0647-4544-83DA-326AF343B32D}" dt="2023-11-08T02:52:29.143" v="64" actId="1076"/>
        <pc:sldMkLst>
          <pc:docMk/>
          <pc:sldMk cId="3728663027" sldId="283"/>
        </pc:sldMkLst>
        <pc:spChg chg="add del mod">
          <ac:chgData name="Uppala, Sanjay" userId="54054af8-e106-4d4d-92f1-f53e9e24fee9" providerId="ADAL" clId="{5B34E064-0647-4544-83DA-326AF343B32D}" dt="2023-11-08T02:51:10.695" v="16"/>
          <ac:spMkLst>
            <pc:docMk/>
            <pc:sldMk cId="3728663027" sldId="283"/>
            <ac:spMk id="2" creationId="{4A74EA15-3514-392B-E439-1260EC37F589}"/>
          </ac:spMkLst>
        </pc:spChg>
        <pc:spChg chg="mod">
          <ac:chgData name="Uppala, Sanjay" userId="54054af8-e106-4d4d-92f1-f53e9e24fee9" providerId="ADAL" clId="{5B34E064-0647-4544-83DA-326AF343B32D}" dt="2023-11-08T02:52:29.143" v="64" actId="1076"/>
          <ac:spMkLst>
            <pc:docMk/>
            <pc:sldMk cId="3728663027" sldId="283"/>
            <ac:spMk id="7" creationId="{29B7232B-31F3-BFD1-82E5-DF2D9C0F5C28}"/>
          </ac:spMkLst>
        </pc:spChg>
      </pc:sldChg>
      <pc:sldChg chg="addSp delSp modSp mod">
        <pc:chgData name="Uppala, Sanjay" userId="54054af8-e106-4d4d-92f1-f53e9e24fee9" providerId="ADAL" clId="{5B34E064-0647-4544-83DA-326AF343B32D}" dt="2023-11-08T03:18:14.397" v="135" actId="22"/>
        <pc:sldMkLst>
          <pc:docMk/>
          <pc:sldMk cId="3414586127" sldId="284"/>
        </pc:sldMkLst>
        <pc:spChg chg="add mod">
          <ac:chgData name="Uppala, Sanjay" userId="54054af8-e106-4d4d-92f1-f53e9e24fee9" providerId="ADAL" clId="{5B34E064-0647-4544-83DA-326AF343B32D}" dt="2023-11-08T02:57:12.274" v="103" actId="1076"/>
          <ac:spMkLst>
            <pc:docMk/>
            <pc:sldMk cId="3414586127" sldId="284"/>
            <ac:spMk id="2127" creationId="{3439FC63-ADAD-6BDF-A3D4-E8A3BF4BA333}"/>
          </ac:spMkLst>
        </pc:spChg>
        <pc:spChg chg="add del">
          <ac:chgData name="Uppala, Sanjay" userId="54054af8-e106-4d4d-92f1-f53e9e24fee9" providerId="ADAL" clId="{5B34E064-0647-4544-83DA-326AF343B32D}" dt="2023-11-08T03:18:14.397" v="135" actId="22"/>
          <ac:spMkLst>
            <pc:docMk/>
            <pc:sldMk cId="3414586127" sldId="284"/>
            <ac:spMk id="2131" creationId="{A9DF6DBE-258A-7EC6-E6B0-E363A27A3267}"/>
          </ac:spMkLst>
        </pc:spChg>
      </pc:sldChg>
    </pc:docChg>
  </pc:docChgLst>
  <pc:docChgLst>
    <pc:chgData name="Vamsi Eragandhula" userId="c301239085cbfb08" providerId="LiveId" clId="{9CF08CFE-CB08-462E-9437-4BAF5C7DC537}"/>
    <pc:docChg chg="undo custSel addSld modSld">
      <pc:chgData name="Vamsi Eragandhula" userId="c301239085cbfb08" providerId="LiveId" clId="{9CF08CFE-CB08-462E-9437-4BAF5C7DC537}" dt="2023-11-08T08:43:56.557" v="97" actId="20577"/>
      <pc:docMkLst>
        <pc:docMk/>
      </pc:docMkLst>
      <pc:sldChg chg="modSp mod">
        <pc:chgData name="Vamsi Eragandhula" userId="c301239085cbfb08" providerId="LiveId" clId="{9CF08CFE-CB08-462E-9437-4BAF5C7DC537}" dt="2023-11-08T08:33:53.030" v="3"/>
        <pc:sldMkLst>
          <pc:docMk/>
          <pc:sldMk cId="2764497430" sldId="292"/>
        </pc:sldMkLst>
        <pc:spChg chg="mod">
          <ac:chgData name="Vamsi Eragandhula" userId="c301239085cbfb08" providerId="LiveId" clId="{9CF08CFE-CB08-462E-9437-4BAF5C7DC537}" dt="2023-11-08T08:20:41.469" v="1" actId="1076"/>
          <ac:spMkLst>
            <pc:docMk/>
            <pc:sldMk cId="2764497430" sldId="292"/>
            <ac:spMk id="2" creationId="{4E2E795F-9AD6-402E-C67E-149B438B14B7}"/>
          </ac:spMkLst>
        </pc:spChg>
        <pc:spChg chg="mod">
          <ac:chgData name="Vamsi Eragandhula" userId="c301239085cbfb08" providerId="LiveId" clId="{9CF08CFE-CB08-462E-9437-4BAF5C7DC537}" dt="2023-11-08T08:33:53.030" v="3"/>
          <ac:spMkLst>
            <pc:docMk/>
            <pc:sldMk cId="2764497430" sldId="292"/>
            <ac:spMk id="3" creationId="{047B2292-1153-5937-21F5-F3207F2642A2}"/>
          </ac:spMkLst>
        </pc:spChg>
      </pc:sldChg>
      <pc:sldChg chg="modSp new mod">
        <pc:chgData name="Vamsi Eragandhula" userId="c301239085cbfb08" providerId="LiveId" clId="{9CF08CFE-CB08-462E-9437-4BAF5C7DC537}" dt="2023-11-08T08:43:56.557" v="97" actId="20577"/>
        <pc:sldMkLst>
          <pc:docMk/>
          <pc:sldMk cId="2541417018" sldId="293"/>
        </pc:sldMkLst>
        <pc:spChg chg="mod">
          <ac:chgData name="Vamsi Eragandhula" userId="c301239085cbfb08" providerId="LiveId" clId="{9CF08CFE-CB08-462E-9437-4BAF5C7DC537}" dt="2023-11-08T08:35:09.456" v="24" actId="115"/>
          <ac:spMkLst>
            <pc:docMk/>
            <pc:sldMk cId="2541417018" sldId="293"/>
            <ac:spMk id="2" creationId="{15476106-DEF0-A590-5229-BC2B36F52F6A}"/>
          </ac:spMkLst>
        </pc:spChg>
        <pc:spChg chg="mod">
          <ac:chgData name="Vamsi Eragandhula" userId="c301239085cbfb08" providerId="LiveId" clId="{9CF08CFE-CB08-462E-9437-4BAF5C7DC537}" dt="2023-11-08T08:43:56.557" v="97" actId="20577"/>
          <ac:spMkLst>
            <pc:docMk/>
            <pc:sldMk cId="2541417018" sldId="293"/>
            <ac:spMk id="3" creationId="{D5B6DAEE-765D-8DC8-71B9-CF76CEA26C9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961596-E0B7-4915-AEBB-DD7F85E1EB1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C55B96B-7ED8-44D0-A4AD-96C02C1B7B52}">
      <dgm:prSet/>
      <dgm:spPr/>
      <dgm:t>
        <a:bodyPr/>
        <a:lstStyle/>
        <a:p>
          <a:r>
            <a:rPr lang="en-US" dirty="0"/>
            <a:t>Predicting the results for our selected model </a:t>
          </a:r>
        </a:p>
      </dgm:t>
    </dgm:pt>
    <dgm:pt modelId="{95340EC0-1979-4E51-BFAA-0482CBE81705}" type="parTrans" cxnId="{DD085B63-A325-43CA-B7F0-E3A3760CD4E3}">
      <dgm:prSet/>
      <dgm:spPr/>
      <dgm:t>
        <a:bodyPr/>
        <a:lstStyle/>
        <a:p>
          <a:endParaRPr lang="en-US"/>
        </a:p>
      </dgm:t>
    </dgm:pt>
    <dgm:pt modelId="{8DEBB5F5-A706-4B1D-99EB-B3527C7E51BF}" type="sibTrans" cxnId="{DD085B63-A325-43CA-B7F0-E3A3760CD4E3}">
      <dgm:prSet/>
      <dgm:spPr/>
      <dgm:t>
        <a:bodyPr/>
        <a:lstStyle/>
        <a:p>
          <a:endParaRPr lang="en-US"/>
        </a:p>
      </dgm:t>
    </dgm:pt>
    <dgm:pt modelId="{A198B185-10A5-48B2-9DBD-8DB763570A9B}">
      <dgm:prSet/>
      <dgm:spPr/>
      <dgm:t>
        <a:bodyPr/>
        <a:lstStyle/>
        <a:p>
          <a:r>
            <a:rPr lang="en-US" dirty="0"/>
            <a:t>RMSE : 0.002381</a:t>
          </a:r>
        </a:p>
      </dgm:t>
    </dgm:pt>
    <dgm:pt modelId="{D527BE83-6A25-4EE4-812F-8D334E69E1F6}" type="parTrans" cxnId="{4E3A2D26-21AD-4FB5-A54D-C05921428EA4}">
      <dgm:prSet/>
      <dgm:spPr/>
      <dgm:t>
        <a:bodyPr/>
        <a:lstStyle/>
        <a:p>
          <a:endParaRPr lang="en-US"/>
        </a:p>
      </dgm:t>
    </dgm:pt>
    <dgm:pt modelId="{E0F34A2A-C518-4BF5-ABC1-2206870C6211}" type="sibTrans" cxnId="{4E3A2D26-21AD-4FB5-A54D-C05921428EA4}">
      <dgm:prSet/>
      <dgm:spPr/>
      <dgm:t>
        <a:bodyPr/>
        <a:lstStyle/>
        <a:p>
          <a:endParaRPr lang="en-US"/>
        </a:p>
      </dgm:t>
    </dgm:pt>
    <dgm:pt modelId="{3C953D81-AEFD-450B-9FB0-495E5D37E34D}">
      <dgm:prSet/>
      <dgm:spPr/>
      <dgm:t>
        <a:bodyPr/>
        <a:lstStyle/>
        <a:p>
          <a:r>
            <a:rPr lang="en-US" dirty="0"/>
            <a:t>MAPE : 3.30406%</a:t>
          </a:r>
        </a:p>
      </dgm:t>
    </dgm:pt>
    <dgm:pt modelId="{6FD1AD07-B105-4D10-952B-A6C09A78BEE9}" type="parTrans" cxnId="{2DB3071F-0280-4926-BB19-C5FED9E355AF}">
      <dgm:prSet/>
      <dgm:spPr/>
      <dgm:t>
        <a:bodyPr/>
        <a:lstStyle/>
        <a:p>
          <a:endParaRPr lang="en-US"/>
        </a:p>
      </dgm:t>
    </dgm:pt>
    <dgm:pt modelId="{7A22F7BA-DACF-45CA-A245-C4954C1027E4}" type="sibTrans" cxnId="{2DB3071F-0280-4926-BB19-C5FED9E355AF}">
      <dgm:prSet/>
      <dgm:spPr/>
      <dgm:t>
        <a:bodyPr/>
        <a:lstStyle/>
        <a:p>
          <a:endParaRPr lang="en-US"/>
        </a:p>
      </dgm:t>
    </dgm:pt>
    <dgm:pt modelId="{9D155AB3-8A81-401C-A92E-62B9F23E8139}">
      <dgm:prSet/>
      <dgm:spPr/>
      <dgm:t>
        <a:bodyPr/>
        <a:lstStyle/>
        <a:p>
          <a:r>
            <a:rPr lang="en-US" dirty="0"/>
            <a:t>MAE :0.001519</a:t>
          </a:r>
        </a:p>
      </dgm:t>
    </dgm:pt>
    <dgm:pt modelId="{772B9238-FDAE-4E12-9C12-EBC044CE060F}" type="parTrans" cxnId="{AD9126C0-557F-462F-8AF1-D1DE4F4A1F05}">
      <dgm:prSet/>
      <dgm:spPr/>
      <dgm:t>
        <a:bodyPr/>
        <a:lstStyle/>
        <a:p>
          <a:endParaRPr lang="en-US"/>
        </a:p>
      </dgm:t>
    </dgm:pt>
    <dgm:pt modelId="{D1A3C2A7-56DA-4B55-A98E-849B67DD7BEF}" type="sibTrans" cxnId="{AD9126C0-557F-462F-8AF1-D1DE4F4A1F05}">
      <dgm:prSet/>
      <dgm:spPr/>
      <dgm:t>
        <a:bodyPr/>
        <a:lstStyle/>
        <a:p>
          <a:endParaRPr lang="en-US"/>
        </a:p>
      </dgm:t>
    </dgm:pt>
    <dgm:pt modelId="{6526D494-36C3-4D32-98FD-E7A5892CEDE7}" type="pres">
      <dgm:prSet presAssocID="{B3961596-E0B7-4915-AEBB-DD7F85E1EB1C}" presName="outerComposite" presStyleCnt="0">
        <dgm:presLayoutVars>
          <dgm:chMax val="5"/>
          <dgm:dir/>
          <dgm:resizeHandles val="exact"/>
        </dgm:presLayoutVars>
      </dgm:prSet>
      <dgm:spPr/>
    </dgm:pt>
    <dgm:pt modelId="{835B2BEC-00D6-4CD0-A5DA-89C75A6E8E2E}" type="pres">
      <dgm:prSet presAssocID="{B3961596-E0B7-4915-AEBB-DD7F85E1EB1C}" presName="dummyMaxCanvas" presStyleCnt="0">
        <dgm:presLayoutVars/>
      </dgm:prSet>
      <dgm:spPr/>
    </dgm:pt>
    <dgm:pt modelId="{0075DC7E-D7F5-4797-AF5E-59A7D717ABC0}" type="pres">
      <dgm:prSet presAssocID="{B3961596-E0B7-4915-AEBB-DD7F85E1EB1C}" presName="FourNodes_1" presStyleLbl="node1" presStyleIdx="0" presStyleCnt="4">
        <dgm:presLayoutVars>
          <dgm:bulletEnabled val="1"/>
        </dgm:presLayoutVars>
      </dgm:prSet>
      <dgm:spPr/>
    </dgm:pt>
    <dgm:pt modelId="{B5F4E7C3-1857-4ABA-9D1C-42B90AF94DD0}" type="pres">
      <dgm:prSet presAssocID="{B3961596-E0B7-4915-AEBB-DD7F85E1EB1C}" presName="FourNodes_2" presStyleLbl="node1" presStyleIdx="1" presStyleCnt="4">
        <dgm:presLayoutVars>
          <dgm:bulletEnabled val="1"/>
        </dgm:presLayoutVars>
      </dgm:prSet>
      <dgm:spPr/>
    </dgm:pt>
    <dgm:pt modelId="{040D8C58-301A-4CDE-84FA-B3A959CE9569}" type="pres">
      <dgm:prSet presAssocID="{B3961596-E0B7-4915-AEBB-DD7F85E1EB1C}" presName="FourNodes_3" presStyleLbl="node1" presStyleIdx="2" presStyleCnt="4">
        <dgm:presLayoutVars>
          <dgm:bulletEnabled val="1"/>
        </dgm:presLayoutVars>
      </dgm:prSet>
      <dgm:spPr/>
    </dgm:pt>
    <dgm:pt modelId="{BABCC4B9-B3BA-45D9-976B-B720E7C5C74B}" type="pres">
      <dgm:prSet presAssocID="{B3961596-E0B7-4915-AEBB-DD7F85E1EB1C}" presName="FourNodes_4" presStyleLbl="node1" presStyleIdx="3" presStyleCnt="4">
        <dgm:presLayoutVars>
          <dgm:bulletEnabled val="1"/>
        </dgm:presLayoutVars>
      </dgm:prSet>
      <dgm:spPr/>
    </dgm:pt>
    <dgm:pt modelId="{CFE871CA-00E6-44F9-8343-41F97E4046DB}" type="pres">
      <dgm:prSet presAssocID="{B3961596-E0B7-4915-AEBB-DD7F85E1EB1C}" presName="FourConn_1-2" presStyleLbl="fgAccFollowNode1" presStyleIdx="0" presStyleCnt="3">
        <dgm:presLayoutVars>
          <dgm:bulletEnabled val="1"/>
        </dgm:presLayoutVars>
      </dgm:prSet>
      <dgm:spPr/>
    </dgm:pt>
    <dgm:pt modelId="{3E7492C0-BAB7-4FDE-BE94-7CB1D8992E7D}" type="pres">
      <dgm:prSet presAssocID="{B3961596-E0B7-4915-AEBB-DD7F85E1EB1C}" presName="FourConn_2-3" presStyleLbl="fgAccFollowNode1" presStyleIdx="1" presStyleCnt="3">
        <dgm:presLayoutVars>
          <dgm:bulletEnabled val="1"/>
        </dgm:presLayoutVars>
      </dgm:prSet>
      <dgm:spPr/>
    </dgm:pt>
    <dgm:pt modelId="{DB5CCCAA-877E-4CBC-9606-E7AD8822FEDB}" type="pres">
      <dgm:prSet presAssocID="{B3961596-E0B7-4915-AEBB-DD7F85E1EB1C}" presName="FourConn_3-4" presStyleLbl="fgAccFollowNode1" presStyleIdx="2" presStyleCnt="3">
        <dgm:presLayoutVars>
          <dgm:bulletEnabled val="1"/>
        </dgm:presLayoutVars>
      </dgm:prSet>
      <dgm:spPr/>
    </dgm:pt>
    <dgm:pt modelId="{DC6CEBC5-8647-4FA3-AD4A-810C8DA0A0A3}" type="pres">
      <dgm:prSet presAssocID="{B3961596-E0B7-4915-AEBB-DD7F85E1EB1C}" presName="FourNodes_1_text" presStyleLbl="node1" presStyleIdx="3" presStyleCnt="4">
        <dgm:presLayoutVars>
          <dgm:bulletEnabled val="1"/>
        </dgm:presLayoutVars>
      </dgm:prSet>
      <dgm:spPr/>
    </dgm:pt>
    <dgm:pt modelId="{B854022D-4610-4C7A-881F-09C050A9EC3C}" type="pres">
      <dgm:prSet presAssocID="{B3961596-E0B7-4915-AEBB-DD7F85E1EB1C}" presName="FourNodes_2_text" presStyleLbl="node1" presStyleIdx="3" presStyleCnt="4">
        <dgm:presLayoutVars>
          <dgm:bulletEnabled val="1"/>
        </dgm:presLayoutVars>
      </dgm:prSet>
      <dgm:spPr/>
    </dgm:pt>
    <dgm:pt modelId="{C94EB257-4302-425F-A904-21A05D909EE8}" type="pres">
      <dgm:prSet presAssocID="{B3961596-E0B7-4915-AEBB-DD7F85E1EB1C}" presName="FourNodes_3_text" presStyleLbl="node1" presStyleIdx="3" presStyleCnt="4">
        <dgm:presLayoutVars>
          <dgm:bulletEnabled val="1"/>
        </dgm:presLayoutVars>
      </dgm:prSet>
      <dgm:spPr/>
    </dgm:pt>
    <dgm:pt modelId="{DD48EA1B-C6FF-48A6-87E8-4AD769568F46}" type="pres">
      <dgm:prSet presAssocID="{B3961596-E0B7-4915-AEBB-DD7F85E1EB1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FAEF209-30EB-401D-AD60-BAE4FC24C919}" type="presOf" srcId="{B3961596-E0B7-4915-AEBB-DD7F85E1EB1C}" destId="{6526D494-36C3-4D32-98FD-E7A5892CEDE7}" srcOrd="0" destOrd="0" presId="urn:microsoft.com/office/officeart/2005/8/layout/vProcess5"/>
    <dgm:cxn modelId="{2DB3071F-0280-4926-BB19-C5FED9E355AF}" srcId="{B3961596-E0B7-4915-AEBB-DD7F85E1EB1C}" destId="{3C953D81-AEFD-450B-9FB0-495E5D37E34D}" srcOrd="2" destOrd="0" parTransId="{6FD1AD07-B105-4D10-952B-A6C09A78BEE9}" sibTransId="{7A22F7BA-DACF-45CA-A245-C4954C1027E4}"/>
    <dgm:cxn modelId="{4E3A2D26-21AD-4FB5-A54D-C05921428EA4}" srcId="{B3961596-E0B7-4915-AEBB-DD7F85E1EB1C}" destId="{A198B185-10A5-48B2-9DBD-8DB763570A9B}" srcOrd="1" destOrd="0" parTransId="{D527BE83-6A25-4EE4-812F-8D334E69E1F6}" sibTransId="{E0F34A2A-C518-4BF5-ABC1-2206870C6211}"/>
    <dgm:cxn modelId="{DD085B63-A325-43CA-B7F0-E3A3760CD4E3}" srcId="{B3961596-E0B7-4915-AEBB-DD7F85E1EB1C}" destId="{5C55B96B-7ED8-44D0-A4AD-96C02C1B7B52}" srcOrd="0" destOrd="0" parTransId="{95340EC0-1979-4E51-BFAA-0482CBE81705}" sibTransId="{8DEBB5F5-A706-4B1D-99EB-B3527C7E51BF}"/>
    <dgm:cxn modelId="{A2696F4A-5550-473F-9900-FBB1321A0930}" type="presOf" srcId="{8DEBB5F5-A706-4B1D-99EB-B3527C7E51BF}" destId="{CFE871CA-00E6-44F9-8343-41F97E4046DB}" srcOrd="0" destOrd="0" presId="urn:microsoft.com/office/officeart/2005/8/layout/vProcess5"/>
    <dgm:cxn modelId="{6F394571-D1DF-46E1-AE2B-99766B2CE9C6}" type="presOf" srcId="{7A22F7BA-DACF-45CA-A245-C4954C1027E4}" destId="{DB5CCCAA-877E-4CBC-9606-E7AD8822FEDB}" srcOrd="0" destOrd="0" presId="urn:microsoft.com/office/officeart/2005/8/layout/vProcess5"/>
    <dgm:cxn modelId="{6B9F7054-C536-4A72-BE9E-623B862F8AB3}" type="presOf" srcId="{5C55B96B-7ED8-44D0-A4AD-96C02C1B7B52}" destId="{DC6CEBC5-8647-4FA3-AD4A-810C8DA0A0A3}" srcOrd="1" destOrd="0" presId="urn:microsoft.com/office/officeart/2005/8/layout/vProcess5"/>
    <dgm:cxn modelId="{7891F97B-23AD-4232-B2CD-5DDE99B24A23}" type="presOf" srcId="{E0F34A2A-C518-4BF5-ABC1-2206870C6211}" destId="{3E7492C0-BAB7-4FDE-BE94-7CB1D8992E7D}" srcOrd="0" destOrd="0" presId="urn:microsoft.com/office/officeart/2005/8/layout/vProcess5"/>
    <dgm:cxn modelId="{740ADF7C-4F27-4DD1-BBF7-D7FC1B801B97}" type="presOf" srcId="{3C953D81-AEFD-450B-9FB0-495E5D37E34D}" destId="{C94EB257-4302-425F-A904-21A05D909EE8}" srcOrd="1" destOrd="0" presId="urn:microsoft.com/office/officeart/2005/8/layout/vProcess5"/>
    <dgm:cxn modelId="{AD9126C0-557F-462F-8AF1-D1DE4F4A1F05}" srcId="{B3961596-E0B7-4915-AEBB-DD7F85E1EB1C}" destId="{9D155AB3-8A81-401C-A92E-62B9F23E8139}" srcOrd="3" destOrd="0" parTransId="{772B9238-FDAE-4E12-9C12-EBC044CE060F}" sibTransId="{D1A3C2A7-56DA-4B55-A98E-849B67DD7BEF}"/>
    <dgm:cxn modelId="{CFA6BDC5-9E20-492F-8FFC-F6646BDB3489}" type="presOf" srcId="{A198B185-10A5-48B2-9DBD-8DB763570A9B}" destId="{B854022D-4610-4C7A-881F-09C050A9EC3C}" srcOrd="1" destOrd="0" presId="urn:microsoft.com/office/officeart/2005/8/layout/vProcess5"/>
    <dgm:cxn modelId="{F1B4FEC8-950B-4D86-A9D9-F2B74CAC3B4A}" type="presOf" srcId="{3C953D81-AEFD-450B-9FB0-495E5D37E34D}" destId="{040D8C58-301A-4CDE-84FA-B3A959CE9569}" srcOrd="0" destOrd="0" presId="urn:microsoft.com/office/officeart/2005/8/layout/vProcess5"/>
    <dgm:cxn modelId="{480A1DD6-6344-4958-9577-5B66A8D2D635}" type="presOf" srcId="{A198B185-10A5-48B2-9DBD-8DB763570A9B}" destId="{B5F4E7C3-1857-4ABA-9D1C-42B90AF94DD0}" srcOrd="0" destOrd="0" presId="urn:microsoft.com/office/officeart/2005/8/layout/vProcess5"/>
    <dgm:cxn modelId="{3E74CFDA-9E26-49E9-8561-DE85E73219D1}" type="presOf" srcId="{9D155AB3-8A81-401C-A92E-62B9F23E8139}" destId="{BABCC4B9-B3BA-45D9-976B-B720E7C5C74B}" srcOrd="0" destOrd="0" presId="urn:microsoft.com/office/officeart/2005/8/layout/vProcess5"/>
    <dgm:cxn modelId="{92FA01DE-522C-47AD-BE01-FDEFB1EC9E03}" type="presOf" srcId="{9D155AB3-8A81-401C-A92E-62B9F23E8139}" destId="{DD48EA1B-C6FF-48A6-87E8-4AD769568F46}" srcOrd="1" destOrd="0" presId="urn:microsoft.com/office/officeart/2005/8/layout/vProcess5"/>
    <dgm:cxn modelId="{937F25E7-6145-4DFE-AA28-8A6C124E5353}" type="presOf" srcId="{5C55B96B-7ED8-44D0-A4AD-96C02C1B7B52}" destId="{0075DC7E-D7F5-4797-AF5E-59A7D717ABC0}" srcOrd="0" destOrd="0" presId="urn:microsoft.com/office/officeart/2005/8/layout/vProcess5"/>
    <dgm:cxn modelId="{BD34FADC-1F41-4D51-B53E-F5D4D92FF341}" type="presParOf" srcId="{6526D494-36C3-4D32-98FD-E7A5892CEDE7}" destId="{835B2BEC-00D6-4CD0-A5DA-89C75A6E8E2E}" srcOrd="0" destOrd="0" presId="urn:microsoft.com/office/officeart/2005/8/layout/vProcess5"/>
    <dgm:cxn modelId="{66FF071B-49D9-42E3-BD38-A5EEB5166CD4}" type="presParOf" srcId="{6526D494-36C3-4D32-98FD-E7A5892CEDE7}" destId="{0075DC7E-D7F5-4797-AF5E-59A7D717ABC0}" srcOrd="1" destOrd="0" presId="urn:microsoft.com/office/officeart/2005/8/layout/vProcess5"/>
    <dgm:cxn modelId="{0689CCDF-56B2-4864-8D04-0C82E97DF102}" type="presParOf" srcId="{6526D494-36C3-4D32-98FD-E7A5892CEDE7}" destId="{B5F4E7C3-1857-4ABA-9D1C-42B90AF94DD0}" srcOrd="2" destOrd="0" presId="urn:microsoft.com/office/officeart/2005/8/layout/vProcess5"/>
    <dgm:cxn modelId="{E74B39C4-07D6-4E21-9402-D109D179E7F8}" type="presParOf" srcId="{6526D494-36C3-4D32-98FD-E7A5892CEDE7}" destId="{040D8C58-301A-4CDE-84FA-B3A959CE9569}" srcOrd="3" destOrd="0" presId="urn:microsoft.com/office/officeart/2005/8/layout/vProcess5"/>
    <dgm:cxn modelId="{3DAC303D-62C8-4605-8634-A1DC5E748B26}" type="presParOf" srcId="{6526D494-36C3-4D32-98FD-E7A5892CEDE7}" destId="{BABCC4B9-B3BA-45D9-976B-B720E7C5C74B}" srcOrd="4" destOrd="0" presId="urn:microsoft.com/office/officeart/2005/8/layout/vProcess5"/>
    <dgm:cxn modelId="{D3B7E966-D469-4099-9791-6EF8DBB62ADC}" type="presParOf" srcId="{6526D494-36C3-4D32-98FD-E7A5892CEDE7}" destId="{CFE871CA-00E6-44F9-8343-41F97E4046DB}" srcOrd="5" destOrd="0" presId="urn:microsoft.com/office/officeart/2005/8/layout/vProcess5"/>
    <dgm:cxn modelId="{1CADEB17-79EC-4BC2-8757-A9E3F0961D90}" type="presParOf" srcId="{6526D494-36C3-4D32-98FD-E7A5892CEDE7}" destId="{3E7492C0-BAB7-4FDE-BE94-7CB1D8992E7D}" srcOrd="6" destOrd="0" presId="urn:microsoft.com/office/officeart/2005/8/layout/vProcess5"/>
    <dgm:cxn modelId="{D45A30BA-B686-4C24-9557-09686A6B1666}" type="presParOf" srcId="{6526D494-36C3-4D32-98FD-E7A5892CEDE7}" destId="{DB5CCCAA-877E-4CBC-9606-E7AD8822FEDB}" srcOrd="7" destOrd="0" presId="urn:microsoft.com/office/officeart/2005/8/layout/vProcess5"/>
    <dgm:cxn modelId="{531EE487-8B90-49B6-B021-532B2E1430F0}" type="presParOf" srcId="{6526D494-36C3-4D32-98FD-E7A5892CEDE7}" destId="{DC6CEBC5-8647-4FA3-AD4A-810C8DA0A0A3}" srcOrd="8" destOrd="0" presId="urn:microsoft.com/office/officeart/2005/8/layout/vProcess5"/>
    <dgm:cxn modelId="{2BDC25FD-E5F1-41AA-88FA-561E1E7CAE3F}" type="presParOf" srcId="{6526D494-36C3-4D32-98FD-E7A5892CEDE7}" destId="{B854022D-4610-4C7A-881F-09C050A9EC3C}" srcOrd="9" destOrd="0" presId="urn:microsoft.com/office/officeart/2005/8/layout/vProcess5"/>
    <dgm:cxn modelId="{BE70F9BD-2B07-459B-8B94-597B9D99C261}" type="presParOf" srcId="{6526D494-36C3-4D32-98FD-E7A5892CEDE7}" destId="{C94EB257-4302-425F-A904-21A05D909EE8}" srcOrd="10" destOrd="0" presId="urn:microsoft.com/office/officeart/2005/8/layout/vProcess5"/>
    <dgm:cxn modelId="{8DF28E8B-F22A-4600-94A0-FDFC3DC39BC9}" type="presParOf" srcId="{6526D494-36C3-4D32-98FD-E7A5892CEDE7}" destId="{DD48EA1B-C6FF-48A6-87E8-4AD769568F4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5DC7E-D7F5-4797-AF5E-59A7D717ABC0}">
      <dsp:nvSpPr>
        <dsp:cNvPr id="0" name=""/>
        <dsp:cNvSpPr/>
      </dsp:nvSpPr>
      <dsp:spPr>
        <a:xfrm>
          <a:off x="0" y="0"/>
          <a:ext cx="8046720" cy="8329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Predicting the results for our selected model </a:t>
          </a:r>
        </a:p>
      </dsp:txBody>
      <dsp:txXfrm>
        <a:off x="24396" y="24396"/>
        <a:ext cx="7077531" cy="784145"/>
      </dsp:txXfrm>
    </dsp:sp>
    <dsp:sp modelId="{B5F4E7C3-1857-4ABA-9D1C-42B90AF94DD0}">
      <dsp:nvSpPr>
        <dsp:cNvPr id="0" name=""/>
        <dsp:cNvSpPr/>
      </dsp:nvSpPr>
      <dsp:spPr>
        <a:xfrm>
          <a:off x="673912" y="984380"/>
          <a:ext cx="8046720" cy="832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RMSE : 0.002381</a:t>
          </a:r>
        </a:p>
      </dsp:txBody>
      <dsp:txXfrm>
        <a:off x="698308" y="1008776"/>
        <a:ext cx="6782605" cy="784145"/>
      </dsp:txXfrm>
    </dsp:sp>
    <dsp:sp modelId="{040D8C58-301A-4CDE-84FA-B3A959CE9569}">
      <dsp:nvSpPr>
        <dsp:cNvPr id="0" name=""/>
        <dsp:cNvSpPr/>
      </dsp:nvSpPr>
      <dsp:spPr>
        <a:xfrm>
          <a:off x="1337767" y="1968761"/>
          <a:ext cx="8046720" cy="8329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MAPE : 3.30406%</a:t>
          </a:r>
        </a:p>
      </dsp:txBody>
      <dsp:txXfrm>
        <a:off x="1362163" y="1993157"/>
        <a:ext cx="6792664" cy="784145"/>
      </dsp:txXfrm>
    </dsp:sp>
    <dsp:sp modelId="{BABCC4B9-B3BA-45D9-976B-B720E7C5C74B}">
      <dsp:nvSpPr>
        <dsp:cNvPr id="0" name=""/>
        <dsp:cNvSpPr/>
      </dsp:nvSpPr>
      <dsp:spPr>
        <a:xfrm>
          <a:off x="2011680" y="2953142"/>
          <a:ext cx="8046720" cy="83293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MAE :0.001519</a:t>
          </a:r>
        </a:p>
      </dsp:txBody>
      <dsp:txXfrm>
        <a:off x="2036076" y="2977538"/>
        <a:ext cx="6782605" cy="784145"/>
      </dsp:txXfrm>
    </dsp:sp>
    <dsp:sp modelId="{CFE871CA-00E6-44F9-8343-41F97E4046DB}">
      <dsp:nvSpPr>
        <dsp:cNvPr id="0" name=""/>
        <dsp:cNvSpPr/>
      </dsp:nvSpPr>
      <dsp:spPr>
        <a:xfrm>
          <a:off x="7505310" y="637954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627127" y="637954"/>
        <a:ext cx="297775" cy="407410"/>
      </dsp:txXfrm>
    </dsp:sp>
    <dsp:sp modelId="{3E7492C0-BAB7-4FDE-BE94-7CB1D8992E7D}">
      <dsp:nvSpPr>
        <dsp:cNvPr id="0" name=""/>
        <dsp:cNvSpPr/>
      </dsp:nvSpPr>
      <dsp:spPr>
        <a:xfrm>
          <a:off x="8179223" y="1622335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01040" y="1622335"/>
        <a:ext cx="297775" cy="407410"/>
      </dsp:txXfrm>
    </dsp:sp>
    <dsp:sp modelId="{DB5CCCAA-877E-4CBC-9606-E7AD8822FEDB}">
      <dsp:nvSpPr>
        <dsp:cNvPr id="0" name=""/>
        <dsp:cNvSpPr/>
      </dsp:nvSpPr>
      <dsp:spPr>
        <a:xfrm>
          <a:off x="8843077" y="2606716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964894" y="2606716"/>
        <a:ext cx="297775" cy="407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02B89-B854-4849-8731-F70C1AA5A8C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ABDAC-DB6C-604E-8919-D604B3CBB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0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ABDAC-DB6C-604E-8919-D604B3CBBC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0566F-B0FA-90FB-75CB-71CF9620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38" y="286603"/>
            <a:ext cx="7209281" cy="19879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Employee’s Performance </a:t>
            </a: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from Data Analyst Perspective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ECA31-1F2D-AEFD-E9BF-C58CA4A36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38" y="2811780"/>
            <a:ext cx="7209281" cy="3057313"/>
          </a:xfrm>
        </p:spPr>
        <p:txBody>
          <a:bodyPr>
            <a:normAutofit/>
          </a:bodyPr>
          <a:lstStyle/>
          <a:p>
            <a:r>
              <a:rPr lang="en-US" sz="2800" b="1" spc="15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Presenting by:</a:t>
            </a:r>
          </a:p>
          <a:p>
            <a:pPr marL="475488" lvl="2" indent="0">
              <a:buNone/>
            </a:pPr>
            <a:r>
              <a:rPr lang="en-US" sz="2400" b="1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Sanjay Uppala</a:t>
            </a:r>
            <a:endParaRPr lang="en-US" sz="2400" b="1" spc="15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75488" lvl="2" indent="0">
              <a:buNone/>
            </a:pPr>
            <a:r>
              <a:rPr lang="en-US" sz="2400" b="1" spc="15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Meher</a:t>
            </a:r>
            <a:r>
              <a:rPr lang="en-US" sz="2400" b="1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Rani </a:t>
            </a:r>
            <a:r>
              <a:rPr lang="en-US" sz="2400" b="1" spc="15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Pusarla</a:t>
            </a:r>
            <a:endParaRPr lang="en-US" sz="2400" b="1" spc="15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75488" lvl="2" indent="0">
              <a:buNone/>
            </a:pPr>
            <a:r>
              <a:rPr lang="en-US" sz="2400" b="1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Murali Krishna </a:t>
            </a:r>
            <a:r>
              <a:rPr lang="en-US" sz="2400" b="1" spc="15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Gurijala</a:t>
            </a:r>
            <a:endParaRPr lang="en-US" sz="2400" b="1" spc="15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75488" lvl="2" indent="0">
              <a:buNone/>
            </a:pPr>
            <a:r>
              <a:rPr lang="en-US" sz="2400" b="1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Vamsi </a:t>
            </a:r>
            <a:r>
              <a:rPr lang="en-US" sz="2400" b="1" spc="15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Eragandhula</a:t>
            </a:r>
            <a:endParaRPr lang="en-US" sz="2400" b="1" spc="15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75488" lvl="2" indent="0">
              <a:buNone/>
            </a:pPr>
            <a:r>
              <a:rPr lang="en-US" sz="2400" b="1" spc="15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Tharun</a:t>
            </a:r>
            <a:r>
              <a:rPr lang="en-US" sz="2400" b="1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b="1" spc="15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kumar</a:t>
            </a:r>
            <a:r>
              <a:rPr lang="en-US" sz="2400" b="1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Reddy Male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704D-C39B-EED9-A137-177C2202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735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Employee’s Performance for HR Analytics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2F009-E825-73DD-BD58-F6EB19DD2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83080"/>
            <a:ext cx="10058400" cy="4131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Source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Kaggle (https://www.kaggle.com/datasets/sanjanchaudhari/employees-performance-for-hr-analytics)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Organizations today face a significant challenge in effectively assessing and predicting employee performance. </a:t>
            </a:r>
          </a:p>
          <a:p>
            <a:pPr marL="91440" marR="0" lvl="0" indent="-9144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project's aim is to utilize employers data to identify the key performance indicators and building a predictive model that can inform strategic HR decisions and foster a culture of continuous improvement and engagement within the organization.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None/>
              <a:tabLst/>
              <a:defRPr/>
            </a:pPr>
            <a:r>
              <a:rPr lang="en-US" b="1" kern="1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Objective</a:t>
            </a:r>
            <a:r>
              <a:rPr lang="en-US" kern="100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develop a statistical model that clarifies the relationship between employee training and performance and forecasts future trends to support HR decision-making for Employee performance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2000" b="0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1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9B4212-3FCC-086C-1E68-AF7787AD0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953" y="312132"/>
            <a:ext cx="6802627" cy="59667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B7232B-31F3-BFD1-82E5-DF2D9C0F5C28}"/>
              </a:ext>
            </a:extLst>
          </p:cNvPr>
          <p:cNvSpPr txBox="1"/>
          <p:nvPr/>
        </p:nvSpPr>
        <p:spPr>
          <a:xfrm>
            <a:off x="574082" y="0"/>
            <a:ext cx="2405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Understanding Data Set</a:t>
            </a:r>
          </a:p>
        </p:txBody>
      </p:sp>
    </p:spTree>
    <p:extLst>
      <p:ext uri="{BB962C8B-B14F-4D97-AF65-F5344CB8AC3E}">
        <p14:creationId xmlns:p14="http://schemas.microsoft.com/office/powerpoint/2010/main" val="372866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C702-4D4F-C5A4-4BD5-56C9C155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 Cleaning and Preprocessing: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9F91F-D3F3-FB52-7131-261BF1887C97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and Preprocessing include the following steps: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number of missing and blank values were identified for each column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Details of the rows with missing values in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previous_year_rating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were explored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the employers  with length of experience less than 1 has NULL value in </a:t>
            </a:r>
            <a:r>
              <a:rPr lang="en-US" sz="1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previous_year_rating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null values in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previous_year_rating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column were replaced with value 0.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Details of the rows with blank values in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were explored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rows with blank value in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column were removed from the entire dataset.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9D1BC-12F3-6071-0A04-E113F2EA5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69" y="4054361"/>
            <a:ext cx="7772400" cy="17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9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B2A9-AE66-9970-DF17-0A5E89FD8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4214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Distribution of Categorical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Varibles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BEA762FA-EB42-2FAF-BF83-F49DB3D7F399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495731" y="1743077"/>
            <a:ext cx="4572638" cy="385762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3" name="Content Placeholder 12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B20D326D-9ECA-B921-6656-7686F8537E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96963" y="1850696"/>
            <a:ext cx="4938712" cy="4013859"/>
          </a:xfrm>
        </p:spPr>
      </p:pic>
    </p:spTree>
    <p:extLst>
      <p:ext uri="{BB962C8B-B14F-4D97-AF65-F5344CB8AC3E}">
        <p14:creationId xmlns:p14="http://schemas.microsoft.com/office/powerpoint/2010/main" val="85818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23E5038F-FA37-CB9F-17B6-2B3B0536185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97281" y="1323975"/>
            <a:ext cx="4893944" cy="436270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3" name="Picture">
            <a:extLst>
              <a:ext uri="{FF2B5EF4-FFF2-40B4-BE49-F238E27FC236}">
                <a16:creationId xmlns:a16="http://schemas.microsoft.com/office/drawing/2014/main" id="{DDA0733D-3FC9-3125-CBA5-EB3035FBA05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602731" y="1323974"/>
            <a:ext cx="4893943" cy="423862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354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DB2FCE4-8AB6-0321-E593-8ED3C7EE3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Distribution of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Average_training_score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CA0E4-90E0-58E9-B5CC-18253EE5289E}"/>
              </a:ext>
            </a:extLst>
          </p:cNvPr>
          <p:cNvSpPr txBox="1"/>
          <p:nvPr/>
        </p:nvSpPr>
        <p:spPr>
          <a:xfrm>
            <a:off x="1319308" y="2120729"/>
            <a:ext cx="2567731" cy="39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2628">
              <a:spcAft>
                <a:spcPts val="600"/>
              </a:spcAft>
            </a:pPr>
            <a:r>
              <a:rPr lang="en-US" sz="198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Before Transformation:</a:t>
            </a:r>
            <a:endParaRPr lang="en-US" sz="2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F15BC-6CE1-5B6A-AFC2-69C59D919F5C}"/>
              </a:ext>
            </a:extLst>
          </p:cNvPr>
          <p:cNvSpPr txBox="1"/>
          <p:nvPr/>
        </p:nvSpPr>
        <p:spPr>
          <a:xfrm>
            <a:off x="6481704" y="2098515"/>
            <a:ext cx="2410564" cy="39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2628">
              <a:spcAft>
                <a:spcPts val="600"/>
              </a:spcAft>
            </a:pPr>
            <a:r>
              <a:rPr lang="en-US" sz="198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After Transformation:</a:t>
            </a:r>
            <a:endParaRPr lang="en-US" sz="200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1" name="Picture 10" descr="A graph of a training score&#10;&#10;Description automatically generated with medium confidence">
            <a:extLst>
              <a:ext uri="{FF2B5EF4-FFF2-40B4-BE49-F238E27FC236}">
                <a16:creationId xmlns:a16="http://schemas.microsoft.com/office/drawing/2014/main" id="{60732120-3196-F6F7-AAA0-B342E2D1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40817"/>
            <a:ext cx="4423410" cy="3287295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097A58B-36B3-804D-B5AF-1A8B05870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760" y="2517624"/>
            <a:ext cx="5013960" cy="3487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96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7" name="Content Placeholder 2106">
            <a:extLst>
              <a:ext uri="{FF2B5EF4-FFF2-40B4-BE49-F238E27FC236}">
                <a16:creationId xmlns:a16="http://schemas.microsoft.com/office/drawing/2014/main" id="{2A8B032A-2FFE-5022-F05A-02787C47E0B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05740" y="3737610"/>
            <a:ext cx="10057912" cy="2114868"/>
          </a:xfrm>
          <a:prstGeom prst="rect">
            <a:avLst/>
          </a:prstGeom>
        </p:spPr>
      </p:pic>
      <p:sp>
        <p:nvSpPr>
          <p:cNvPr id="2123" name="TextBox 2122">
            <a:extLst>
              <a:ext uri="{FF2B5EF4-FFF2-40B4-BE49-F238E27FC236}">
                <a16:creationId xmlns:a16="http://schemas.microsoft.com/office/drawing/2014/main" id="{C5E256E3-4D5A-8EE0-0F8F-3E803DE0B256}"/>
              </a:ext>
            </a:extLst>
          </p:cNvPr>
          <p:cNvSpPr txBox="1"/>
          <p:nvPr/>
        </p:nvSpPr>
        <p:spPr>
          <a:xfrm>
            <a:off x="205740" y="1539598"/>
            <a:ext cx="93840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Converted categorical variables into numerical variables using dummy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Analytics as baseline for department.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Bachelors as baseline for education.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Female as baseline for gender.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as baseline for recruitment channel.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127" name="TextBox 2126">
            <a:extLst>
              <a:ext uri="{FF2B5EF4-FFF2-40B4-BE49-F238E27FC236}">
                <a16:creationId xmlns:a16="http://schemas.microsoft.com/office/drawing/2014/main" id="{3439FC63-ADAD-6BDF-A3D4-E8A3BF4BA333}"/>
              </a:ext>
            </a:extLst>
          </p:cNvPr>
          <p:cNvSpPr txBox="1"/>
          <p:nvPr/>
        </p:nvSpPr>
        <p:spPr>
          <a:xfrm>
            <a:off x="205740" y="411480"/>
            <a:ext cx="2365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Dummy Variables</a:t>
            </a:r>
          </a:p>
        </p:txBody>
      </p:sp>
    </p:spTree>
    <p:extLst>
      <p:ext uri="{BB962C8B-B14F-4D97-AF65-F5344CB8AC3E}">
        <p14:creationId xmlns:p14="http://schemas.microsoft.com/office/powerpoint/2010/main" val="3414586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8DE7A0-5F54-B888-E688-0495AC691D6D}"/>
              </a:ext>
            </a:extLst>
          </p:cNvPr>
          <p:cNvSpPr txBox="1"/>
          <p:nvPr/>
        </p:nvSpPr>
        <p:spPr>
          <a:xfrm>
            <a:off x="1091682" y="382554"/>
            <a:ext cx="45654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Correlation Analysis :</a:t>
            </a:r>
          </a:p>
        </p:txBody>
      </p:sp>
      <p:pic>
        <p:nvPicPr>
          <p:cNvPr id="3" name="Picture">
            <a:extLst>
              <a:ext uri="{FF2B5EF4-FFF2-40B4-BE49-F238E27FC236}">
                <a16:creationId xmlns:a16="http://schemas.microsoft.com/office/drawing/2014/main" id="{55B5EA64-196B-F9EF-3BF8-0A9D244342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706016" y="1909859"/>
            <a:ext cx="4565481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>
            <a:extLst>
              <a:ext uri="{FF2B5EF4-FFF2-40B4-BE49-F238E27FC236}">
                <a16:creationId xmlns:a16="http://schemas.microsoft.com/office/drawing/2014/main" id="{79AC8216-9CAF-7D57-2323-5C1492946E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5657163" y="1212979"/>
            <a:ext cx="6118070" cy="449735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975279-91A7-17DC-9528-F60F22BC21E2}"/>
              </a:ext>
            </a:extLst>
          </p:cNvPr>
          <p:cNvSpPr txBox="1"/>
          <p:nvPr/>
        </p:nvSpPr>
        <p:spPr>
          <a:xfrm>
            <a:off x="1408923" y="5755041"/>
            <a:ext cx="3598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Correlogram for Numerical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9AB66-7466-C7F3-50B8-F4A66BC154DE}"/>
              </a:ext>
            </a:extLst>
          </p:cNvPr>
          <p:cNvSpPr txBox="1"/>
          <p:nvPr/>
        </p:nvSpPr>
        <p:spPr>
          <a:xfrm>
            <a:off x="7249886" y="5755041"/>
            <a:ext cx="336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Correlogram for Dummy Variables</a:t>
            </a:r>
          </a:p>
        </p:txBody>
      </p:sp>
    </p:spTree>
    <p:extLst>
      <p:ext uri="{BB962C8B-B14F-4D97-AF65-F5344CB8AC3E}">
        <p14:creationId xmlns:p14="http://schemas.microsoft.com/office/powerpoint/2010/main" val="163618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6BE13-8115-7B67-486A-FAB5D2BB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07" y="2157380"/>
            <a:ext cx="3401961" cy="17711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Scatter Plots Distribution:</a:t>
            </a:r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78AB7D0B-E43B-5ACE-620A-9B233F0F4AF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38575" y="649227"/>
            <a:ext cx="7872443" cy="5437245"/>
          </a:xfrm>
          <a:prstGeom prst="rect">
            <a:avLst/>
          </a:prstGeom>
          <a:noFill/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97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82FA2D-0B3C-3E02-3286-7CE1AB06A0FA}"/>
              </a:ext>
            </a:extLst>
          </p:cNvPr>
          <p:cNvSpPr txBox="1"/>
          <p:nvPr/>
        </p:nvSpPr>
        <p:spPr>
          <a:xfrm>
            <a:off x="7859485" y="2198914"/>
            <a:ext cx="3690257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>
                <a:solidFill>
                  <a:schemeClr val="accent1">
                    <a:lumMod val="75000"/>
                  </a:schemeClr>
                </a:solidFill>
                <a:latin typeface="+mj-lt"/>
              </a:rPr>
              <a:t>Insights from Boxplot Analysis: Distribution and Variability of Employee Performance Scores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A graph with a box and a line graph&#10;&#10;Description automatically generated with medium confidence">
            <a:extLst>
              <a:ext uri="{FF2B5EF4-FFF2-40B4-BE49-F238E27FC236}">
                <a16:creationId xmlns:a16="http://schemas.microsoft.com/office/drawing/2014/main" id="{6CBBCA65-1806-E908-1E85-C27837527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13" y="523683"/>
            <a:ext cx="6131441" cy="581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27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403AF-89D6-2B68-997A-1688168ADAAC}"/>
              </a:ext>
            </a:extLst>
          </p:cNvPr>
          <p:cNvSpPr>
            <a:spLocks/>
          </p:cNvSpPr>
          <p:nvPr/>
        </p:nvSpPr>
        <p:spPr>
          <a:xfrm>
            <a:off x="1097280" y="626928"/>
            <a:ext cx="10058400" cy="1110432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Distribution through boxplots for Education and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9C78-B65C-666E-5589-61CB875DBB90}"/>
              </a:ext>
            </a:extLst>
          </p:cNvPr>
          <p:cNvSpPr>
            <a:spLocks/>
          </p:cNvSpPr>
          <p:nvPr/>
        </p:nvSpPr>
        <p:spPr>
          <a:xfrm>
            <a:off x="1097279" y="1845734"/>
            <a:ext cx="4937760" cy="40233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2945C-A79D-778B-802F-4AE1167B361D}"/>
              </a:ext>
            </a:extLst>
          </p:cNvPr>
          <p:cNvSpPr>
            <a:spLocks/>
          </p:cNvSpPr>
          <p:nvPr/>
        </p:nvSpPr>
        <p:spPr>
          <a:xfrm>
            <a:off x="6217920" y="1845735"/>
            <a:ext cx="4937760" cy="40233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FE9064F6-BD36-39E1-971C-FD1C1EE894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6400808" y="1539828"/>
            <a:ext cx="4815828" cy="402336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8" name="Picture">
            <a:extLst>
              <a:ext uri="{FF2B5EF4-FFF2-40B4-BE49-F238E27FC236}">
                <a16:creationId xmlns:a16="http://schemas.microsoft.com/office/drawing/2014/main" id="{772E14A4-2B45-F570-CA0D-6B3FE5DE1E5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219203" y="1542304"/>
            <a:ext cx="5059682" cy="412506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430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213D-86CA-979A-FB45-A50E3F34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0893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Distribution through boxplots for Recruitment Channel</a:t>
            </a:r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44D1552A-7256-3555-6670-22B0EB5A400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39844" y="2028570"/>
            <a:ext cx="4572638" cy="365811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3697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5C2B859A-01BB-7443-28D1-03B3B5FFD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665" y="308610"/>
            <a:ext cx="7210135" cy="57272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133050-7623-9A5A-E142-387B916C2B7F}"/>
              </a:ext>
            </a:extLst>
          </p:cNvPr>
          <p:cNvSpPr txBox="1"/>
          <p:nvPr/>
        </p:nvSpPr>
        <p:spPr>
          <a:xfrm>
            <a:off x="288816" y="308610"/>
            <a:ext cx="3163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Regression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D08CB-78CF-FE22-BD78-F67A37375DF1}"/>
              </a:ext>
            </a:extLst>
          </p:cNvPr>
          <p:cNvSpPr txBox="1"/>
          <p:nvPr/>
        </p:nvSpPr>
        <p:spPr>
          <a:xfrm>
            <a:off x="288816" y="1394460"/>
            <a:ext cx="2892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is no Multi Collinearity</a:t>
            </a:r>
          </a:p>
        </p:txBody>
      </p:sp>
    </p:spTree>
    <p:extLst>
      <p:ext uri="{BB962C8B-B14F-4D97-AF65-F5344CB8AC3E}">
        <p14:creationId xmlns:p14="http://schemas.microsoft.com/office/powerpoint/2010/main" val="40990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C7A6B-F7A0-E198-3EEE-E4485A70D590}"/>
              </a:ext>
            </a:extLst>
          </p:cNvPr>
          <p:cNvSpPr txBox="1"/>
          <p:nvPr/>
        </p:nvSpPr>
        <p:spPr>
          <a:xfrm>
            <a:off x="0" y="201137"/>
            <a:ext cx="34804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Model Selection using </a:t>
            </a:r>
            <a:br>
              <a:rPr lang="en-US" sz="2800" dirty="0">
                <a:solidFill>
                  <a:schemeClr val="accent2"/>
                </a:solidFill>
              </a:rPr>
            </a:br>
            <a:r>
              <a:rPr lang="en-US" sz="2800" dirty="0" err="1">
                <a:solidFill>
                  <a:schemeClr val="accent2"/>
                </a:solidFill>
              </a:rPr>
              <a:t>Backword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AED77-6225-F0FF-B3F6-E440299CD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46" y="115114"/>
            <a:ext cx="7772400" cy="6571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2D54F6-4960-593B-9721-45A869FA4533}"/>
              </a:ext>
            </a:extLst>
          </p:cNvPr>
          <p:cNvSpPr txBox="1"/>
          <p:nvPr/>
        </p:nvSpPr>
        <p:spPr>
          <a:xfrm>
            <a:off x="80010" y="1577340"/>
            <a:ext cx="32099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Variables that are not significant</a:t>
            </a:r>
            <a:br>
              <a:rPr lang="en-US" dirty="0"/>
            </a:br>
            <a:r>
              <a:rPr lang="en-US" dirty="0"/>
              <a:t>-&gt;No of Trainings</a:t>
            </a:r>
          </a:p>
          <a:p>
            <a:r>
              <a:rPr lang="en-US" dirty="0"/>
              <a:t>-&gt;Age</a:t>
            </a:r>
          </a:p>
          <a:p>
            <a:r>
              <a:rPr lang="en-US" dirty="0"/>
              <a:t>-&gt;Length Of Service</a:t>
            </a:r>
          </a:p>
          <a:p>
            <a:r>
              <a:rPr lang="en-US" dirty="0"/>
              <a:t>-&gt; Department _ R&amp;D</a:t>
            </a:r>
          </a:p>
          <a:p>
            <a:r>
              <a:rPr lang="en-US" dirty="0"/>
              <a:t>-&gt;</a:t>
            </a:r>
            <a:r>
              <a:rPr lang="en-US" dirty="0" err="1"/>
              <a:t>Gender_Male</a:t>
            </a:r>
            <a:endParaRPr lang="en-US" dirty="0"/>
          </a:p>
          <a:p>
            <a:r>
              <a:rPr lang="en-US" dirty="0"/>
              <a:t>-&gt;</a:t>
            </a:r>
            <a:r>
              <a:rPr lang="en-US" dirty="0" err="1"/>
              <a:t>RecritumentChannel_reffered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5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A5EC37-B47B-8CB4-1985-6B5769807618}"/>
              </a:ext>
            </a:extLst>
          </p:cNvPr>
          <p:cNvSpPr txBox="1"/>
          <p:nvPr/>
        </p:nvSpPr>
        <p:spPr>
          <a:xfrm>
            <a:off x="282893" y="316915"/>
            <a:ext cx="6097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Model Selection using </a:t>
            </a:r>
            <a:br>
              <a:rPr lang="en-US" sz="2400" dirty="0">
                <a:solidFill>
                  <a:schemeClr val="accent2"/>
                </a:solidFill>
              </a:rPr>
            </a:br>
            <a:r>
              <a:rPr lang="en-US" sz="2400" dirty="0">
                <a:solidFill>
                  <a:schemeClr val="accent2"/>
                </a:solidFill>
              </a:rPr>
              <a:t>Forward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08DADC-3CB2-A345-CB13-5C1601DB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823" y="213533"/>
            <a:ext cx="8000047" cy="6152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27FA59-A6C5-AF98-58B0-0745EECE7898}"/>
              </a:ext>
            </a:extLst>
          </p:cNvPr>
          <p:cNvSpPr txBox="1"/>
          <p:nvPr/>
        </p:nvSpPr>
        <p:spPr>
          <a:xfrm>
            <a:off x="282893" y="1425357"/>
            <a:ext cx="33404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Variables that are not significant</a:t>
            </a:r>
            <a:br>
              <a:rPr lang="en-US" dirty="0"/>
            </a:br>
            <a:r>
              <a:rPr lang="en-US" dirty="0"/>
              <a:t>-&gt;No of Trainings</a:t>
            </a:r>
          </a:p>
          <a:p>
            <a:r>
              <a:rPr lang="en-US" dirty="0"/>
              <a:t>-&gt;Age</a:t>
            </a:r>
          </a:p>
          <a:p>
            <a:r>
              <a:rPr lang="en-US" dirty="0"/>
              <a:t>-&gt;Length Of Service</a:t>
            </a:r>
          </a:p>
          <a:p>
            <a:r>
              <a:rPr lang="en-US" dirty="0"/>
              <a:t>-&gt; Department _ R&amp;D</a:t>
            </a:r>
          </a:p>
          <a:p>
            <a:r>
              <a:rPr lang="en-US" dirty="0"/>
              <a:t>-&gt;</a:t>
            </a:r>
            <a:r>
              <a:rPr lang="en-US" dirty="0" err="1"/>
              <a:t>Gender_Male</a:t>
            </a:r>
            <a:endParaRPr lang="en-US" dirty="0"/>
          </a:p>
          <a:p>
            <a:r>
              <a:rPr lang="en-US" dirty="0"/>
              <a:t>-&gt;</a:t>
            </a:r>
            <a:r>
              <a:rPr lang="en-US" dirty="0" err="1"/>
              <a:t>RecritumentChannel_reffered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99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BB1D3E-319B-5074-AB1F-D94B429DAE1A}"/>
              </a:ext>
            </a:extLst>
          </p:cNvPr>
          <p:cNvSpPr txBox="1"/>
          <p:nvPr/>
        </p:nvSpPr>
        <p:spPr>
          <a:xfrm>
            <a:off x="377190" y="297180"/>
            <a:ext cx="338842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Model </a:t>
            </a:r>
            <a:r>
              <a:rPr lang="en-US" sz="2800" dirty="0">
                <a:solidFill>
                  <a:schemeClr val="accent2"/>
                </a:solidFill>
              </a:rPr>
              <a:t>Selected</a:t>
            </a:r>
            <a:r>
              <a:rPr lang="en-US" sz="2400" dirty="0">
                <a:solidFill>
                  <a:schemeClr val="accent2"/>
                </a:solidFill>
              </a:rPr>
              <a:t> Cp and </a:t>
            </a:r>
            <a:br>
              <a:rPr lang="en-US" sz="2400" dirty="0">
                <a:solidFill>
                  <a:schemeClr val="accent2"/>
                </a:solidFill>
              </a:rPr>
            </a:br>
            <a:r>
              <a:rPr lang="en-US" sz="2400" dirty="0">
                <a:solidFill>
                  <a:schemeClr val="accent2"/>
                </a:solidFill>
              </a:rPr>
              <a:t>R-Square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7BB9FC-AA37-0770-DE9A-694BA7E1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393" y="297180"/>
            <a:ext cx="7772400" cy="56086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3F8B86-9FCE-DC93-3CBA-719DDE70A2D7}"/>
              </a:ext>
            </a:extLst>
          </p:cNvPr>
          <p:cNvSpPr txBox="1"/>
          <p:nvPr/>
        </p:nvSpPr>
        <p:spPr>
          <a:xfrm>
            <a:off x="377190" y="1371868"/>
            <a:ext cx="3388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Variables that are not significant</a:t>
            </a:r>
            <a:br>
              <a:rPr lang="en-US" dirty="0"/>
            </a:br>
            <a:r>
              <a:rPr lang="en-US" dirty="0"/>
              <a:t>-&gt;No of Trainings</a:t>
            </a:r>
          </a:p>
          <a:p>
            <a:r>
              <a:rPr lang="en-US" dirty="0"/>
              <a:t>-&gt;Age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714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A90A-4776-5361-8C64-6A5F0AB1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Model for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Average_training_score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F544-A4C3-CCFF-5BF0-0C9BDF04F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characteristics like number of variables, Model fit statistics which include Adjusted R Square, AIC Values, We have selected forward selection model which is:</a:t>
            </a:r>
          </a:p>
          <a:p>
            <a:r>
              <a:rPr lang="en-US" dirty="0"/>
              <a:t>fit2 = </a:t>
            </a:r>
            <a:r>
              <a:rPr lang="en-US" dirty="0" err="1"/>
              <a:t>lm</a:t>
            </a:r>
            <a:r>
              <a:rPr lang="en-US" dirty="0"/>
              <a:t>(formula = </a:t>
            </a:r>
            <a:r>
              <a:rPr lang="en-US" dirty="0" err="1"/>
              <a:t>df$Average_training_score_upd</a:t>
            </a:r>
            <a:r>
              <a:rPr lang="en-US" dirty="0"/>
              <a:t> ~ </a:t>
            </a:r>
            <a:r>
              <a:rPr lang="en-US" dirty="0" err="1"/>
              <a:t>df$Previous_year_rating</a:t>
            </a:r>
            <a:r>
              <a:rPr lang="en-US" dirty="0"/>
              <a:t> +         df$KPIs_met_80 + </a:t>
            </a:r>
            <a:r>
              <a:rPr lang="en-US" dirty="0" err="1"/>
              <a:t>df$Awards_won</a:t>
            </a:r>
            <a:r>
              <a:rPr lang="en-US" dirty="0"/>
              <a:t> + </a:t>
            </a:r>
            <a:r>
              <a:rPr lang="en-US" dirty="0" err="1"/>
              <a:t>df</a:t>
            </a:r>
            <a:r>
              <a:rPr lang="en-US" dirty="0"/>
              <a:t>$`</a:t>
            </a:r>
            <a:r>
              <a:rPr lang="en-US" dirty="0" err="1"/>
              <a:t>Education_Below</a:t>
            </a:r>
            <a:r>
              <a:rPr lang="en-US" dirty="0"/>
              <a:t> Secondary` +  </a:t>
            </a:r>
            <a:r>
              <a:rPr lang="en-US" dirty="0" err="1"/>
              <a:t>df</a:t>
            </a:r>
            <a:r>
              <a:rPr lang="en-US" dirty="0"/>
              <a:t>$`</a:t>
            </a:r>
            <a:r>
              <a:rPr lang="en-US" dirty="0" err="1"/>
              <a:t>Education_Masters</a:t>
            </a:r>
            <a:r>
              <a:rPr lang="en-US" dirty="0"/>
              <a:t> &amp; above` + </a:t>
            </a:r>
            <a:r>
              <a:rPr lang="en-US" dirty="0" err="1"/>
              <a:t>df$Department_Finance</a:t>
            </a:r>
            <a:r>
              <a:rPr lang="en-US" dirty="0"/>
              <a:t> + </a:t>
            </a:r>
            <a:r>
              <a:rPr lang="en-US" dirty="0" err="1"/>
              <a:t>df$Department_HR</a:t>
            </a:r>
            <a:r>
              <a:rPr lang="en-US" dirty="0"/>
              <a:t> + </a:t>
            </a:r>
            <a:r>
              <a:rPr lang="en-US" dirty="0" err="1"/>
              <a:t>df$Department_Legal</a:t>
            </a:r>
            <a:r>
              <a:rPr lang="en-US" dirty="0"/>
              <a:t> + </a:t>
            </a:r>
            <a:r>
              <a:rPr lang="en-US" dirty="0" err="1"/>
              <a:t>df$Department_Operations</a:t>
            </a:r>
            <a:r>
              <a:rPr lang="en-US" dirty="0"/>
              <a:t> +</a:t>
            </a:r>
            <a:r>
              <a:rPr lang="en-US" dirty="0" err="1"/>
              <a:t>df$Department_Procurement</a:t>
            </a:r>
            <a:r>
              <a:rPr lang="en-US" dirty="0"/>
              <a:t> + </a:t>
            </a:r>
            <a:r>
              <a:rPr lang="en-US" dirty="0" err="1"/>
              <a:t>df</a:t>
            </a:r>
            <a:r>
              <a:rPr lang="en-US" dirty="0"/>
              <a:t>$`</a:t>
            </a:r>
            <a:r>
              <a:rPr lang="en-US" dirty="0" err="1"/>
              <a:t>Department_Sales</a:t>
            </a:r>
            <a:r>
              <a:rPr lang="en-US" dirty="0"/>
              <a:t> &amp; Marketing` + </a:t>
            </a:r>
            <a:r>
              <a:rPr lang="en-US" dirty="0" err="1"/>
              <a:t>df$Department_Technology</a:t>
            </a:r>
            <a:r>
              <a:rPr lang="en-US" dirty="0"/>
              <a:t> + </a:t>
            </a:r>
            <a:r>
              <a:rPr lang="en-US" dirty="0" err="1"/>
              <a:t>df$Recruitment_channel_sourcing</a:t>
            </a:r>
            <a:r>
              <a:rPr lang="en-US" dirty="0"/>
              <a:t>)</a:t>
            </a:r>
          </a:p>
          <a:p>
            <a:r>
              <a:rPr lang="en-US" dirty="0"/>
              <a:t>By the Forward Selection, we observed that,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adjusted R square value is 0.886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All the variables have less than the p-value 0.05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87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A69AEB-C8F8-E527-82B0-6B8F59D8EB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842" r="34804"/>
          <a:stretch/>
        </p:blipFill>
        <p:spPr>
          <a:xfrm>
            <a:off x="5608320" y="468630"/>
            <a:ext cx="6038850" cy="53316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124D37-E25D-4073-F185-07D0356087D5}"/>
              </a:ext>
            </a:extLst>
          </p:cNvPr>
          <p:cNvSpPr txBox="1"/>
          <p:nvPr/>
        </p:nvSpPr>
        <p:spPr>
          <a:xfrm>
            <a:off x="765810" y="468630"/>
            <a:ext cx="1983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Final Model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480DD-F8E2-E597-11FB-5166F6AB16FD}"/>
              </a:ext>
            </a:extLst>
          </p:cNvPr>
          <p:cNvSpPr txBox="1"/>
          <p:nvPr/>
        </p:nvSpPr>
        <p:spPr>
          <a:xfrm>
            <a:off x="685982" y="1166842"/>
            <a:ext cx="54100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b="0" i="0" dirty="0">
              <a:effectLst/>
              <a:latin typeface="Söhne"/>
            </a:endParaRPr>
          </a:p>
          <a:p>
            <a:pPr algn="l"/>
            <a:r>
              <a:rPr lang="en-US" b="0" i="0" dirty="0" err="1">
                <a:effectLst/>
                <a:latin typeface="Söhne"/>
              </a:rPr>
              <a:t>Average_training_score_upd</a:t>
            </a:r>
            <a:r>
              <a:rPr lang="en-US" b="0" i="0" dirty="0">
                <a:effectLst/>
                <a:latin typeface="Söhne"/>
              </a:rPr>
              <a:t> = 0.05321 – 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0.000112 * </a:t>
            </a:r>
            <a:r>
              <a:rPr lang="en-US" b="0" i="0" dirty="0" err="1">
                <a:effectLst/>
                <a:latin typeface="Söhne"/>
              </a:rPr>
              <a:t>Previous_year_rating</a:t>
            </a:r>
            <a:r>
              <a:rPr lang="en-US" b="0" i="0" dirty="0">
                <a:effectLst/>
                <a:latin typeface="Söhne"/>
              </a:rPr>
              <a:t> +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0.000124 * KPIs_met_80 – 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0.0033 * </a:t>
            </a:r>
            <a:r>
              <a:rPr lang="en-US" b="0" i="0" dirty="0" err="1">
                <a:effectLst/>
                <a:latin typeface="Söhne"/>
              </a:rPr>
              <a:t>Awards_won</a:t>
            </a:r>
            <a:r>
              <a:rPr lang="en-US" b="0" i="0" dirty="0">
                <a:effectLst/>
                <a:latin typeface="Söhne"/>
              </a:rPr>
              <a:t> –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0.0003971 * </a:t>
            </a:r>
            <a:r>
              <a:rPr lang="en-US" b="0" i="0" dirty="0" err="1">
                <a:effectLst/>
                <a:latin typeface="Söhne"/>
              </a:rPr>
              <a:t>Education_Below</a:t>
            </a:r>
            <a:r>
              <a:rPr lang="en-US" b="0" i="0" dirty="0">
                <a:effectLst/>
                <a:latin typeface="Söhne"/>
              </a:rPr>
              <a:t> Secondary -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0.0001421 * </a:t>
            </a:r>
            <a:r>
              <a:rPr lang="en-US" b="0" i="0" dirty="0" err="1">
                <a:effectLst/>
                <a:latin typeface="Söhne"/>
              </a:rPr>
              <a:t>Education_Masters</a:t>
            </a:r>
            <a:r>
              <a:rPr lang="en-US" b="0" i="0" dirty="0">
                <a:effectLst/>
                <a:latin typeface="Söhne"/>
              </a:rPr>
              <a:t> &amp; above +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0.0134 * </a:t>
            </a:r>
            <a:r>
              <a:rPr lang="en-US" b="0" i="0" dirty="0" err="1">
                <a:effectLst/>
                <a:latin typeface="Söhne"/>
              </a:rPr>
              <a:t>Department_Finance</a:t>
            </a:r>
            <a:r>
              <a:rPr lang="en-US" b="0" i="0" dirty="0">
                <a:effectLst/>
                <a:latin typeface="Söhne"/>
              </a:rPr>
              <a:t> +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0.02197 * </a:t>
            </a:r>
            <a:r>
              <a:rPr lang="en-US" b="0" i="0" dirty="0" err="1">
                <a:effectLst/>
                <a:latin typeface="Söhne"/>
              </a:rPr>
              <a:t>Department_HR</a:t>
            </a:r>
            <a:r>
              <a:rPr lang="en-US" b="0" i="0" dirty="0">
                <a:effectLst/>
                <a:latin typeface="Söhne"/>
              </a:rPr>
              <a:t> +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0.01389 * </a:t>
            </a:r>
            <a:r>
              <a:rPr lang="en-US" b="0" i="0" dirty="0" err="1">
                <a:effectLst/>
                <a:latin typeface="Söhne"/>
              </a:rPr>
              <a:t>Department_Legal</a:t>
            </a:r>
            <a:r>
              <a:rPr lang="en-US" b="0" i="0" dirty="0">
                <a:effectLst/>
                <a:latin typeface="Söhne"/>
              </a:rPr>
              <a:t> + 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0.01343 * </a:t>
            </a:r>
            <a:r>
              <a:rPr lang="en-US" b="0" i="0" dirty="0" err="1">
                <a:effectLst/>
                <a:latin typeface="Söhne"/>
              </a:rPr>
              <a:t>Department_Operations</a:t>
            </a:r>
            <a:r>
              <a:rPr lang="en-US" b="0" i="0" dirty="0">
                <a:effectLst/>
                <a:latin typeface="Söhne"/>
              </a:rPr>
              <a:t> +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0.007028 * </a:t>
            </a:r>
            <a:r>
              <a:rPr lang="en-US" b="0" i="0" dirty="0" err="1">
                <a:effectLst/>
                <a:latin typeface="Söhne"/>
              </a:rPr>
              <a:t>Department_Procurement</a:t>
            </a:r>
            <a:r>
              <a:rPr lang="en-US" b="0" i="0" dirty="0">
                <a:effectLst/>
                <a:latin typeface="Söhne"/>
              </a:rPr>
              <a:t> + 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0.02219 * </a:t>
            </a:r>
            <a:r>
              <a:rPr lang="en-US" b="0" i="0" dirty="0" err="1">
                <a:effectLst/>
                <a:latin typeface="Söhne"/>
              </a:rPr>
              <a:t>Department_Sales</a:t>
            </a:r>
            <a:r>
              <a:rPr lang="en-US" b="0" i="0" dirty="0">
                <a:effectLst/>
                <a:latin typeface="Söhne"/>
              </a:rPr>
              <a:t> &amp; Marketing +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0.002065 * </a:t>
            </a:r>
            <a:r>
              <a:rPr lang="en-US" b="0" i="0" dirty="0" err="1">
                <a:effectLst/>
                <a:latin typeface="Söhne"/>
              </a:rPr>
              <a:t>Department_Technology</a:t>
            </a:r>
            <a:r>
              <a:rPr lang="en-US" b="0" i="0" dirty="0">
                <a:effectLst/>
                <a:latin typeface="Söhne"/>
              </a:rPr>
              <a:t> +</a:t>
            </a:r>
          </a:p>
          <a:p>
            <a:pPr algn="l"/>
            <a:r>
              <a:rPr lang="en-US" b="0" i="0" dirty="0">
                <a:effectLst/>
                <a:latin typeface="Söhne"/>
              </a:rPr>
              <a:t> 0.000139 * </a:t>
            </a:r>
            <a:r>
              <a:rPr lang="en-US" b="0" i="0" dirty="0" err="1">
                <a:effectLst/>
                <a:latin typeface="Söhne"/>
              </a:rPr>
              <a:t>Recruitment_channel_sourcing</a:t>
            </a:r>
            <a:endParaRPr lang="en-US" b="0" i="0" dirty="0">
              <a:effectLst/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08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73804-DDCC-E5FA-C7CA-7528E563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Residual results for the fit model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" descr="A graph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D828043B-DD6E-71C4-8CA3-DCE64C6A26DE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207659" y="640079"/>
            <a:ext cx="4559452" cy="3843663"/>
          </a:xfrm>
          <a:prstGeom prst="rect">
            <a:avLst/>
          </a:prstGeom>
          <a:noFill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" descr="A graph with a line and numbers&#10;&#10;Description automatically generated">
            <a:extLst>
              <a:ext uri="{FF2B5EF4-FFF2-40B4-BE49-F238E27FC236}">
                <a16:creationId xmlns:a16="http://schemas.microsoft.com/office/drawing/2014/main" id="{A9AC21C1-15D5-8CFB-86D7-CB73A3BFFDE7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6424891" y="640079"/>
            <a:ext cx="4658287" cy="3907673"/>
          </a:xfrm>
          <a:prstGeom prst="rect">
            <a:avLst/>
          </a:prstGeom>
          <a:noFill/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49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E4346-2CB8-F86F-210D-5CBC2B3A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Residual Results for selected model</a:t>
            </a:r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B147BBB3-19ED-C7A0-95AE-762713C780B8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207659" y="640079"/>
            <a:ext cx="4559452" cy="3843665"/>
          </a:xfrm>
          <a:prstGeom prst="rect">
            <a:avLst/>
          </a:prstGeom>
          <a:noFill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29D5A0EA-54CA-B74E-F212-074CB192B5E6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6424891" y="640079"/>
            <a:ext cx="4559450" cy="3714201"/>
          </a:xfrm>
          <a:prstGeom prst="rect">
            <a:avLst/>
          </a:prstGeom>
          <a:noFill/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04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EF1DA-AF00-438A-DE3E-20663AEE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Influential Points and Outliers</a:t>
            </a:r>
          </a:p>
        </p:txBody>
      </p:sp>
      <p:pic>
        <p:nvPicPr>
          <p:cNvPr id="8" name="Content Placeholder 7" descr="A graph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B184698D-DC57-8E19-A092-E3AC9BB1C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901" y="1846263"/>
            <a:ext cx="5166360" cy="4282173"/>
          </a:xfrm>
        </p:spPr>
      </p:pic>
    </p:spTree>
    <p:extLst>
      <p:ext uri="{BB962C8B-B14F-4D97-AF65-F5344CB8AC3E}">
        <p14:creationId xmlns:p14="http://schemas.microsoft.com/office/powerpoint/2010/main" val="3857585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18982E-151C-8FB6-31C4-9251C3860328}"/>
              </a:ext>
            </a:extLst>
          </p:cNvPr>
          <p:cNvSpPr txBox="1"/>
          <p:nvPr/>
        </p:nvSpPr>
        <p:spPr>
          <a:xfrm>
            <a:off x="457200" y="788670"/>
            <a:ext cx="2076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Goodness Fit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B2B7B-F308-9F6C-C958-DE5E9C35CF61}"/>
              </a:ext>
            </a:extLst>
          </p:cNvPr>
          <p:cNvSpPr txBox="1"/>
          <p:nvPr/>
        </p:nvSpPr>
        <p:spPr>
          <a:xfrm>
            <a:off x="457200" y="1520190"/>
            <a:ext cx="10001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R2 = 0.8865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Model explains 88.6% variability of Employers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Goodness of fit test: look at the F-score, get the p-value and compare to alpha = 0.05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2000" dirty="0"/>
              <a:t>Ho = none of the predictors have effect on Employers Performance.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2000" dirty="0"/>
              <a:t>Ha = at least one of the predictors has effect on Employers Performance.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2000" dirty="0"/>
              <a:t>F-score =9998, p-value = 2.2e-16 &lt; 0.05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2000" dirty="0"/>
              <a:t>Therefore, reject Ho and accept Ha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2000" dirty="0"/>
              <a:t>Predictive power of the model appears to be good with 88.6%.</a:t>
            </a:r>
          </a:p>
        </p:txBody>
      </p:sp>
    </p:spTree>
    <p:extLst>
      <p:ext uri="{BB962C8B-B14F-4D97-AF65-F5344CB8AC3E}">
        <p14:creationId xmlns:p14="http://schemas.microsoft.com/office/powerpoint/2010/main" val="1815021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78D9C2-F968-3EBD-1667-687E45A37C3D}"/>
              </a:ext>
            </a:extLst>
          </p:cNvPr>
          <p:cNvSpPr txBox="1"/>
          <p:nvPr/>
        </p:nvSpPr>
        <p:spPr>
          <a:xfrm>
            <a:off x="985586" y="680642"/>
            <a:ext cx="8256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Validation &amp; Test data for Model Selection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D6F7A-A130-E61B-2F56-3B175A2CBACF}"/>
              </a:ext>
            </a:extLst>
          </p:cNvPr>
          <p:cNvSpPr txBox="1"/>
          <p:nvPr/>
        </p:nvSpPr>
        <p:spPr>
          <a:xfrm>
            <a:off x="1082351" y="1399592"/>
            <a:ext cx="10657213" cy="1618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we have selected the model, then divide data by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Training set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75%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 set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25%</a:t>
            </a:r>
          </a:p>
          <a:p>
            <a:pPr marL="0" indent="0">
              <a:buNone/>
            </a:pPr>
            <a:r>
              <a:rPr lang="en-US" dirty="0"/>
              <a:t>Model is selected using Training data. Test data are used to assess general validity of model to explain new data.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D0267-B8DC-EB0E-52E2-98A33B86B8CE}"/>
              </a:ext>
            </a:extLst>
          </p:cNvPr>
          <p:cNvSpPr txBox="1"/>
          <p:nvPr/>
        </p:nvSpPr>
        <p:spPr>
          <a:xfrm>
            <a:off x="985586" y="2876920"/>
            <a:ext cx="337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Cross Validation: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C4285-7012-8AF3-6040-9BEA8908F72D}"/>
              </a:ext>
            </a:extLst>
          </p:cNvPr>
          <p:cNvSpPr txBox="1"/>
          <p:nvPr/>
        </p:nvSpPr>
        <p:spPr>
          <a:xfrm>
            <a:off x="985586" y="3618950"/>
            <a:ext cx="10000623" cy="2192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/>
              <a:t>Cross-validation is a statistical approach for determining how well the results of a statistical investigation </a:t>
            </a:r>
          </a:p>
          <a:p>
            <a:pPr algn="just"/>
            <a:r>
              <a:rPr lang="en-US" dirty="0"/>
              <a:t>generalize to a different data set.</a:t>
            </a:r>
          </a:p>
          <a:p>
            <a:pPr algn="just"/>
            <a:r>
              <a:rPr lang="en-US" dirty="0"/>
              <a:t> It can also determine whether the model fits or not. The process of cross validation include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-fold cross-validation data are split into 5 equal-sized parts.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part is held out for validation/testing, and a model is fit on the remaining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parts.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Predicted values are computed for the validation 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065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E795F-9AD6-402E-C67E-149B438B14B7}"/>
              </a:ext>
            </a:extLst>
          </p:cNvPr>
          <p:cNvSpPr txBox="1"/>
          <p:nvPr/>
        </p:nvSpPr>
        <p:spPr>
          <a:xfrm>
            <a:off x="308610" y="1120676"/>
            <a:ext cx="117657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fitt</a:t>
            </a:r>
            <a:r>
              <a:rPr lang="en-US" dirty="0"/>
              <a:t> = </a:t>
            </a:r>
            <a:r>
              <a:rPr lang="en-US" dirty="0" err="1"/>
              <a:t>lm</a:t>
            </a:r>
            <a:r>
              <a:rPr lang="en-US" dirty="0"/>
              <a:t>(formula = </a:t>
            </a:r>
            <a:r>
              <a:rPr lang="en-US" dirty="0" err="1"/>
              <a:t>Average_training_score_upd</a:t>
            </a:r>
            <a:r>
              <a:rPr lang="en-US" dirty="0"/>
              <a:t> ~ </a:t>
            </a:r>
            <a:r>
              <a:rPr lang="en-US" dirty="0" err="1"/>
              <a:t>No_of_trainings</a:t>
            </a:r>
            <a:r>
              <a:rPr lang="en-US" dirty="0"/>
              <a:t> + Age + </a:t>
            </a:r>
            <a:r>
              <a:rPr lang="en-US" dirty="0" err="1"/>
              <a:t>Length_of_service</a:t>
            </a:r>
            <a:r>
              <a:rPr lang="en-US" dirty="0"/>
              <a:t> + </a:t>
            </a:r>
            <a:r>
              <a:rPr lang="en-US" dirty="0" err="1"/>
              <a:t>Previous_year_rating</a:t>
            </a:r>
            <a:r>
              <a:rPr lang="en-US" dirty="0"/>
              <a:t> + </a:t>
            </a:r>
          </a:p>
          <a:p>
            <a:r>
              <a:rPr lang="en-US" dirty="0"/>
              <a:t>    KPIs_met_80 + </a:t>
            </a:r>
            <a:r>
              <a:rPr lang="en-US" dirty="0" err="1"/>
              <a:t>Awards_won</a:t>
            </a:r>
            <a:r>
              <a:rPr lang="en-US" dirty="0"/>
              <a:t> + `</a:t>
            </a:r>
            <a:r>
              <a:rPr lang="en-US" dirty="0" err="1"/>
              <a:t>Education_Below</a:t>
            </a:r>
            <a:r>
              <a:rPr lang="en-US" dirty="0"/>
              <a:t> Secondary` + </a:t>
            </a:r>
          </a:p>
          <a:p>
            <a:r>
              <a:rPr lang="en-US" dirty="0"/>
              <a:t>    `</a:t>
            </a:r>
            <a:r>
              <a:rPr lang="en-US" dirty="0" err="1"/>
              <a:t>Education_Masters</a:t>
            </a:r>
            <a:r>
              <a:rPr lang="en-US" dirty="0"/>
              <a:t> &amp; above` + </a:t>
            </a:r>
            <a:r>
              <a:rPr lang="en-US" dirty="0" err="1"/>
              <a:t>Department_Finance</a:t>
            </a:r>
            <a:r>
              <a:rPr lang="en-US" dirty="0"/>
              <a:t> + </a:t>
            </a:r>
          </a:p>
          <a:p>
            <a:r>
              <a:rPr lang="en-US" dirty="0"/>
              <a:t>    </a:t>
            </a:r>
            <a:r>
              <a:rPr lang="en-US" dirty="0" err="1"/>
              <a:t>Department_HR</a:t>
            </a:r>
            <a:r>
              <a:rPr lang="en-US" dirty="0"/>
              <a:t> + </a:t>
            </a:r>
            <a:r>
              <a:rPr lang="en-US" dirty="0" err="1"/>
              <a:t>Department_Legal</a:t>
            </a:r>
            <a:r>
              <a:rPr lang="en-US" dirty="0"/>
              <a:t> + </a:t>
            </a:r>
            <a:r>
              <a:rPr lang="en-US" dirty="0" err="1"/>
              <a:t>Department_Operations</a:t>
            </a:r>
            <a:r>
              <a:rPr lang="en-US" dirty="0"/>
              <a:t> + </a:t>
            </a:r>
          </a:p>
          <a:p>
            <a:r>
              <a:rPr lang="en-US" dirty="0"/>
              <a:t>    </a:t>
            </a:r>
            <a:r>
              <a:rPr lang="en-US" dirty="0" err="1"/>
              <a:t>Department_Procurement</a:t>
            </a:r>
            <a:r>
              <a:rPr lang="en-US" dirty="0"/>
              <a:t> + `</a:t>
            </a:r>
            <a:r>
              <a:rPr lang="en-US" dirty="0" err="1"/>
              <a:t>Department_R&amp;D</a:t>
            </a:r>
            <a:r>
              <a:rPr lang="en-US" dirty="0"/>
              <a:t>` + `</a:t>
            </a:r>
            <a:r>
              <a:rPr lang="en-US" dirty="0" err="1"/>
              <a:t>Department_Sales</a:t>
            </a:r>
            <a:r>
              <a:rPr lang="en-US" dirty="0"/>
              <a:t> &amp; Marketing` + </a:t>
            </a:r>
          </a:p>
          <a:p>
            <a:r>
              <a:rPr lang="en-US" dirty="0"/>
              <a:t>    </a:t>
            </a:r>
            <a:r>
              <a:rPr lang="en-US" dirty="0" err="1"/>
              <a:t>Department_Technology</a:t>
            </a:r>
            <a:r>
              <a:rPr lang="en-US" dirty="0"/>
              <a:t> + </a:t>
            </a:r>
            <a:r>
              <a:rPr lang="en-US" dirty="0" err="1"/>
              <a:t>Gender_m</a:t>
            </a:r>
            <a:r>
              <a:rPr lang="en-US" dirty="0"/>
              <a:t> + </a:t>
            </a:r>
            <a:r>
              <a:rPr lang="en-US" dirty="0" err="1"/>
              <a:t>Recruitment_channel_referred</a:t>
            </a:r>
            <a:r>
              <a:rPr lang="en-US" dirty="0"/>
              <a:t> + </a:t>
            </a:r>
            <a:r>
              <a:rPr lang="en-US" dirty="0" err="1"/>
              <a:t>Recruitment_channel_sourcing,data</a:t>
            </a:r>
            <a:r>
              <a:rPr lang="en-US" dirty="0"/>
              <a:t>=</a:t>
            </a:r>
            <a:r>
              <a:rPr lang="en-US" dirty="0" err="1"/>
              <a:t>train.myd</a:t>
            </a:r>
            <a:r>
              <a:rPr lang="en-US" dirty="0"/>
              <a:t>)</a:t>
            </a:r>
          </a:p>
          <a:p>
            <a:r>
              <a:rPr lang="en-US" dirty="0"/>
              <a:t>results1 = </a:t>
            </a:r>
            <a:r>
              <a:rPr lang="en-US" dirty="0" err="1"/>
              <a:t>cv.lm</a:t>
            </a:r>
            <a:r>
              <a:rPr lang="en-US" dirty="0"/>
              <a:t>(data=</a:t>
            </a:r>
            <a:r>
              <a:rPr lang="en-US" dirty="0" err="1"/>
              <a:t>df</a:t>
            </a:r>
            <a:r>
              <a:rPr lang="en-US" dirty="0"/>
              <a:t>, </a:t>
            </a:r>
            <a:r>
              <a:rPr lang="en-US" dirty="0" err="1"/>
              <a:t>form.lm</a:t>
            </a:r>
            <a:r>
              <a:rPr lang="en-US" dirty="0"/>
              <a:t>=</a:t>
            </a:r>
            <a:r>
              <a:rPr lang="en-US" dirty="0" err="1"/>
              <a:t>fitt</a:t>
            </a:r>
            <a:r>
              <a:rPr lang="en-US" dirty="0"/>
              <a:t>, m= 5, </a:t>
            </a:r>
            <a:r>
              <a:rPr lang="en-US" dirty="0" err="1"/>
              <a:t>plotit</a:t>
            </a:r>
            <a:r>
              <a:rPr lang="en-US" dirty="0"/>
              <a:t> = F)  </a:t>
            </a:r>
          </a:p>
          <a:p>
            <a:r>
              <a:rPr lang="en-US" dirty="0"/>
              <a:t>head(results1, 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B2292-1153-5937-21F5-F3207F2642A2}"/>
              </a:ext>
            </a:extLst>
          </p:cNvPr>
          <p:cNvSpPr txBox="1"/>
          <p:nvPr/>
        </p:nvSpPr>
        <p:spPr>
          <a:xfrm>
            <a:off x="308610" y="3874770"/>
            <a:ext cx="1134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rmse_cv</a:t>
            </a:r>
            <a:r>
              <a:rPr lang="en-US" dirty="0"/>
              <a:t> &lt;- sqrt((results1$Average_training_score_upd - results1$cvpred)%*%(results1$Average_training_score_upd – </a:t>
            </a:r>
          </a:p>
          <a:p>
            <a:r>
              <a:rPr lang="en-US" dirty="0"/>
              <a:t>		    results1$cvpred)/</a:t>
            </a:r>
            <a:r>
              <a:rPr lang="en-US" dirty="0" err="1"/>
              <a:t>nrow</a:t>
            </a:r>
            <a:r>
              <a:rPr lang="en-US" dirty="0"/>
              <a:t>(results1))</a:t>
            </a:r>
          </a:p>
          <a:p>
            <a:r>
              <a:rPr lang="en-US" dirty="0"/>
              <a:t>&gt; </a:t>
            </a:r>
            <a:r>
              <a:rPr lang="en-US" dirty="0" err="1"/>
              <a:t>rmse_cv</a:t>
            </a:r>
            <a:endParaRPr lang="en-US" dirty="0"/>
          </a:p>
          <a:p>
            <a:r>
              <a:rPr lang="en-US" dirty="0"/>
              <a:t>[1,] 0.002980183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00C4E-BD5D-9463-5D41-AA6E18B822D3}"/>
              </a:ext>
            </a:extLst>
          </p:cNvPr>
          <p:cNvSpPr txBox="1"/>
          <p:nvPr/>
        </p:nvSpPr>
        <p:spPr>
          <a:xfrm>
            <a:off x="308610" y="436126"/>
            <a:ext cx="1765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Initial Model</a:t>
            </a:r>
          </a:p>
        </p:txBody>
      </p:sp>
    </p:spTree>
    <p:extLst>
      <p:ext uri="{BB962C8B-B14F-4D97-AF65-F5344CB8AC3E}">
        <p14:creationId xmlns:p14="http://schemas.microsoft.com/office/powerpoint/2010/main" val="2764497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49B914-9CDB-A81D-2044-57B661934B9E}"/>
              </a:ext>
            </a:extLst>
          </p:cNvPr>
          <p:cNvSpPr txBox="1"/>
          <p:nvPr/>
        </p:nvSpPr>
        <p:spPr>
          <a:xfrm>
            <a:off x="285750" y="3703320"/>
            <a:ext cx="1077237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rmse_cv</a:t>
            </a:r>
            <a:r>
              <a:rPr lang="en-US" dirty="0"/>
              <a:t> &lt;- sqrt((</a:t>
            </a:r>
            <a:r>
              <a:rPr lang="en-US" dirty="0" err="1"/>
              <a:t>results$Average_training_score_upd</a:t>
            </a:r>
            <a:r>
              <a:rPr lang="en-US" dirty="0"/>
              <a:t> - </a:t>
            </a:r>
            <a:r>
              <a:rPr lang="en-US" dirty="0" err="1"/>
              <a:t>results$cvpred</a:t>
            </a:r>
            <a:r>
              <a:rPr lang="en-US" dirty="0"/>
              <a:t>)%*%(</a:t>
            </a:r>
            <a:r>
              <a:rPr lang="en-US" dirty="0" err="1"/>
              <a:t>results$Average_training_score_upd</a:t>
            </a:r>
            <a:endParaRPr lang="en-US" dirty="0"/>
          </a:p>
          <a:p>
            <a:r>
              <a:rPr lang="en-US" dirty="0"/>
              <a:t>		     - </a:t>
            </a:r>
            <a:r>
              <a:rPr lang="en-US" dirty="0" err="1"/>
              <a:t>results$cvpred</a:t>
            </a:r>
            <a:r>
              <a:rPr lang="en-US" dirty="0"/>
              <a:t>)/</a:t>
            </a:r>
            <a:r>
              <a:rPr lang="en-US" dirty="0" err="1"/>
              <a:t>nrow</a:t>
            </a:r>
            <a:r>
              <a:rPr lang="en-US" dirty="0"/>
              <a:t>(results))</a:t>
            </a:r>
          </a:p>
          <a:p>
            <a:r>
              <a:rPr lang="en-US" dirty="0"/>
              <a:t>&gt; </a:t>
            </a:r>
            <a:r>
              <a:rPr lang="en-US" dirty="0" err="1"/>
              <a:t>rmse_cv</a:t>
            </a:r>
            <a:endParaRPr lang="en-US" dirty="0"/>
          </a:p>
          <a:p>
            <a:r>
              <a:rPr lang="en-US" dirty="0"/>
              <a:t>[1,] 0.002979721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7BFE6-7521-2023-828A-E68C94195BE9}"/>
              </a:ext>
            </a:extLst>
          </p:cNvPr>
          <p:cNvSpPr txBox="1"/>
          <p:nvPr/>
        </p:nvSpPr>
        <p:spPr>
          <a:xfrm>
            <a:off x="285750" y="480060"/>
            <a:ext cx="1869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For Final Model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33DDC-C7D1-8F3D-3671-7C642C018BD3}"/>
              </a:ext>
            </a:extLst>
          </p:cNvPr>
          <p:cNvSpPr txBox="1"/>
          <p:nvPr/>
        </p:nvSpPr>
        <p:spPr>
          <a:xfrm>
            <a:off x="285750" y="999083"/>
            <a:ext cx="9646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library(DAAG)</a:t>
            </a:r>
          </a:p>
          <a:p>
            <a:r>
              <a:rPr lang="en-US" dirty="0"/>
              <a:t>fit2t = </a:t>
            </a:r>
            <a:r>
              <a:rPr lang="en-US" dirty="0" err="1"/>
              <a:t>lm</a:t>
            </a:r>
            <a:r>
              <a:rPr lang="en-US" dirty="0"/>
              <a:t>(formula = </a:t>
            </a:r>
            <a:r>
              <a:rPr lang="en-US" dirty="0" err="1"/>
              <a:t>Average_training_score_upd</a:t>
            </a:r>
            <a:r>
              <a:rPr lang="en-US" dirty="0"/>
              <a:t> ~ </a:t>
            </a:r>
            <a:r>
              <a:rPr lang="en-US" dirty="0" err="1"/>
              <a:t>Previous_year_rating</a:t>
            </a:r>
            <a:r>
              <a:rPr lang="en-US" dirty="0"/>
              <a:t> + </a:t>
            </a:r>
          </a:p>
          <a:p>
            <a:r>
              <a:rPr lang="en-US" dirty="0"/>
              <a:t>    KPIs_met_80 + </a:t>
            </a:r>
            <a:r>
              <a:rPr lang="en-US" dirty="0" err="1"/>
              <a:t>Awards_won</a:t>
            </a:r>
            <a:r>
              <a:rPr lang="en-US" dirty="0"/>
              <a:t> + `</a:t>
            </a:r>
            <a:r>
              <a:rPr lang="en-US" dirty="0" err="1"/>
              <a:t>Education_Below</a:t>
            </a:r>
            <a:r>
              <a:rPr lang="en-US" dirty="0"/>
              <a:t> Secondary` + </a:t>
            </a:r>
          </a:p>
          <a:p>
            <a:r>
              <a:rPr lang="en-US" dirty="0"/>
              <a:t>    `</a:t>
            </a:r>
            <a:r>
              <a:rPr lang="en-US" dirty="0" err="1"/>
              <a:t>Education_Masters</a:t>
            </a:r>
            <a:r>
              <a:rPr lang="en-US" dirty="0"/>
              <a:t> &amp; above` + </a:t>
            </a:r>
            <a:r>
              <a:rPr lang="en-US" dirty="0" err="1"/>
              <a:t>Department_Finance</a:t>
            </a:r>
            <a:r>
              <a:rPr lang="en-US" dirty="0"/>
              <a:t> + </a:t>
            </a:r>
          </a:p>
          <a:p>
            <a:r>
              <a:rPr lang="en-US" dirty="0"/>
              <a:t>    </a:t>
            </a:r>
            <a:r>
              <a:rPr lang="en-US" dirty="0" err="1"/>
              <a:t>Department_HR</a:t>
            </a:r>
            <a:r>
              <a:rPr lang="en-US" dirty="0"/>
              <a:t> + </a:t>
            </a:r>
            <a:r>
              <a:rPr lang="en-US" dirty="0" err="1"/>
              <a:t>Department_Legal</a:t>
            </a:r>
            <a:r>
              <a:rPr lang="en-US" dirty="0"/>
              <a:t> + </a:t>
            </a:r>
            <a:r>
              <a:rPr lang="en-US" dirty="0" err="1"/>
              <a:t>Department_Operations</a:t>
            </a:r>
            <a:r>
              <a:rPr lang="en-US" dirty="0"/>
              <a:t> + </a:t>
            </a:r>
          </a:p>
          <a:p>
            <a:r>
              <a:rPr lang="en-US" dirty="0"/>
              <a:t>    </a:t>
            </a:r>
            <a:r>
              <a:rPr lang="en-US" dirty="0" err="1"/>
              <a:t>Department_Procurement</a:t>
            </a:r>
            <a:r>
              <a:rPr lang="en-US" dirty="0"/>
              <a:t> + `</a:t>
            </a:r>
            <a:r>
              <a:rPr lang="en-US" dirty="0" err="1"/>
              <a:t>Department_Sales</a:t>
            </a:r>
            <a:r>
              <a:rPr lang="en-US" dirty="0"/>
              <a:t> &amp; Marketing` + </a:t>
            </a:r>
          </a:p>
          <a:p>
            <a:r>
              <a:rPr lang="en-US" dirty="0"/>
              <a:t>    </a:t>
            </a:r>
            <a:r>
              <a:rPr lang="en-US" dirty="0" err="1"/>
              <a:t>Department_Technology</a:t>
            </a:r>
            <a:r>
              <a:rPr lang="en-US" dirty="0"/>
              <a:t> + </a:t>
            </a:r>
            <a:r>
              <a:rPr lang="en-US" dirty="0" err="1"/>
              <a:t>Recruitment_channel_sourcing,data</a:t>
            </a:r>
            <a:r>
              <a:rPr lang="en-US" dirty="0"/>
              <a:t>=</a:t>
            </a:r>
            <a:r>
              <a:rPr lang="en-US" dirty="0" err="1"/>
              <a:t>train.myd</a:t>
            </a:r>
            <a:r>
              <a:rPr lang="en-US" dirty="0"/>
              <a:t>)</a:t>
            </a:r>
          </a:p>
          <a:p>
            <a:r>
              <a:rPr lang="en-US" dirty="0"/>
              <a:t>results = </a:t>
            </a:r>
            <a:r>
              <a:rPr lang="en-US" dirty="0" err="1"/>
              <a:t>cv.lm</a:t>
            </a:r>
            <a:r>
              <a:rPr lang="en-US" dirty="0"/>
              <a:t>(data=</a:t>
            </a:r>
            <a:r>
              <a:rPr lang="en-US" dirty="0" err="1"/>
              <a:t>df</a:t>
            </a:r>
            <a:r>
              <a:rPr lang="en-US" dirty="0"/>
              <a:t>, </a:t>
            </a:r>
            <a:r>
              <a:rPr lang="en-US" dirty="0" err="1"/>
              <a:t>form.lm</a:t>
            </a:r>
            <a:r>
              <a:rPr lang="en-US" dirty="0"/>
              <a:t>=fit2t, m= 5, </a:t>
            </a:r>
            <a:r>
              <a:rPr lang="en-US" dirty="0" err="1"/>
              <a:t>plotit</a:t>
            </a:r>
            <a:r>
              <a:rPr lang="en-US" dirty="0"/>
              <a:t> = F) </a:t>
            </a:r>
          </a:p>
          <a:p>
            <a:r>
              <a:rPr lang="en-US" dirty="0"/>
              <a:t>head(results)</a:t>
            </a:r>
          </a:p>
        </p:txBody>
      </p:sp>
    </p:spTree>
    <p:extLst>
      <p:ext uri="{BB962C8B-B14F-4D97-AF65-F5344CB8AC3E}">
        <p14:creationId xmlns:p14="http://schemas.microsoft.com/office/powerpoint/2010/main" val="2193854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0729-57F8-0AB4-8FCF-80C4CD71F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31" y="367099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     Results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D12010-E289-4531-9005-F9D798C0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3DEDC9D-BA75-109A-FFEB-21BA4D577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81565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4067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6106-DEF0-A590-5229-BC2B36F5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u="sng" dirty="0">
                <a:solidFill>
                  <a:schemeClr val="accent2"/>
                </a:solidFill>
              </a:rPr>
              <a:t>Conclusion: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6DAEE-765D-8DC8-71B9-CF76CEA26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	</a:t>
            </a:r>
          </a:p>
          <a:p>
            <a:pPr algn="just"/>
            <a:r>
              <a:rPr lang="en-US" dirty="0"/>
              <a:t>	</a:t>
            </a:r>
            <a:r>
              <a:rPr lang="en-US" sz="1800" dirty="0"/>
              <a:t>I</a:t>
            </a:r>
            <a:r>
              <a:rPr lang="en-US" sz="1800" b="0" i="0" dirty="0">
                <a:solidFill>
                  <a:srgbClr val="343541"/>
                </a:solidFill>
                <a:effectLst/>
              </a:rPr>
              <a:t>n conclusion, our project demonstrates a highly effective model for predicting Employers' Performance, with an R-squared value of 0.8865, indicating that it explains 88.65% of the variability. </a:t>
            </a:r>
            <a:r>
              <a:rPr lang="en-US" sz="1800" b="0" i="0">
                <a:solidFill>
                  <a:srgbClr val="343541"/>
                </a:solidFill>
                <a:effectLst/>
              </a:rPr>
              <a:t>Through </a:t>
            </a:r>
            <a:r>
              <a:rPr lang="en-US" sz="1800" b="0" i="0" dirty="0">
                <a:solidFill>
                  <a:srgbClr val="343541"/>
                </a:solidFill>
                <a:effectLst/>
              </a:rPr>
              <a:t>statistical analysis, we rejected the null hypothesis and accepted the alternative hypothesis as the p value is less than 0.05, affirming the model's predictive power. Additionally, our model was validated using cross-validation techniques, resulting in a low root mean squared error (RMSE) of 0.002381 and high accuracy in predicting Employers' Performance. This comprehensive approach ensures the model's reliability and applicability in real-world scenarios, making it a valuable tool for decision-making</a:t>
            </a:r>
            <a:r>
              <a:rPr lang="en-US" b="0" i="0" dirty="0">
                <a:solidFill>
                  <a:srgbClr val="343541"/>
                </a:solidFill>
                <a:effectLst/>
                <a:latin typeface="Söhne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417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BC00B-120C-5693-AC41-230A425A6124}"/>
              </a:ext>
            </a:extLst>
          </p:cNvPr>
          <p:cNvSpPr txBox="1"/>
          <p:nvPr/>
        </p:nvSpPr>
        <p:spPr>
          <a:xfrm>
            <a:off x="7203311" y="3076539"/>
            <a:ext cx="4570515" cy="13325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DC1DD3A3-2DF7-7B01-ADBE-28036679E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3029" y="640081"/>
            <a:ext cx="5054156" cy="505415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4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600</TotalTime>
  <Words>1477</Words>
  <Application>Microsoft Office PowerPoint</Application>
  <PresentationFormat>Widescreen</PresentationFormat>
  <Paragraphs>141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Söhne</vt:lpstr>
      <vt:lpstr>Symbol</vt:lpstr>
      <vt:lpstr>Wingdings</vt:lpstr>
      <vt:lpstr>Retrospect</vt:lpstr>
      <vt:lpstr>Employee’s Performance from Data Analyst Perspective</vt:lpstr>
      <vt:lpstr>Employee’s Performance for HR Analytics</vt:lpstr>
      <vt:lpstr>PowerPoint Presentation</vt:lpstr>
      <vt:lpstr>Data Cleaning and Preprocessing:</vt:lpstr>
      <vt:lpstr>Distribution of Categorical Varibles</vt:lpstr>
      <vt:lpstr>PowerPoint Presentation</vt:lpstr>
      <vt:lpstr>Distribution of Average_training_score</vt:lpstr>
      <vt:lpstr>PowerPoint Presentation</vt:lpstr>
      <vt:lpstr>PowerPoint Presentation</vt:lpstr>
      <vt:lpstr>Scatter Plots Distribution:</vt:lpstr>
      <vt:lpstr>PowerPoint Presentation</vt:lpstr>
      <vt:lpstr>PowerPoint Presentation</vt:lpstr>
      <vt:lpstr>Distribution through boxplots for Recruitment Channel</vt:lpstr>
      <vt:lpstr>PowerPoint Presentation</vt:lpstr>
      <vt:lpstr>PowerPoint Presentation</vt:lpstr>
      <vt:lpstr>PowerPoint Presentation</vt:lpstr>
      <vt:lpstr>PowerPoint Presentation</vt:lpstr>
      <vt:lpstr>Model for Average_training_score:</vt:lpstr>
      <vt:lpstr>PowerPoint Presentation</vt:lpstr>
      <vt:lpstr>Residual results for the fit model</vt:lpstr>
      <vt:lpstr>Residual Results for selected model</vt:lpstr>
      <vt:lpstr>Influential Points and Outliers</vt:lpstr>
      <vt:lpstr>PowerPoint Presentation</vt:lpstr>
      <vt:lpstr>PowerPoint Presentation</vt:lpstr>
      <vt:lpstr>PowerPoint Presentation</vt:lpstr>
      <vt:lpstr>PowerPoint Presentation</vt:lpstr>
      <vt:lpstr>     Results :</vt:lpstr>
      <vt:lpstr> 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Employee’s Performance for HR Analytics</dc:title>
  <dc:creator>Meher Rani Pusarla</dc:creator>
  <cp:lastModifiedBy>Meher Rani Pusarla</cp:lastModifiedBy>
  <cp:revision>17</cp:revision>
  <dcterms:created xsi:type="dcterms:W3CDTF">2023-11-07T10:35:41Z</dcterms:created>
  <dcterms:modified xsi:type="dcterms:W3CDTF">2026-02-04T00:56:36Z</dcterms:modified>
</cp:coreProperties>
</file>